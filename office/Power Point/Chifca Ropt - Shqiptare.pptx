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0.xml" ContentType="application/vnd.openxmlformats-officedocument.presentationml.notesSlide+xml"/>
  <Override PartName="/ppt/charts/chart1.xml" ContentType="application/vnd.openxmlformats-officedocument.drawingml.chart+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2.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3.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4.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5.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6.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7.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18.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1"/>
  </p:notesMasterIdLst>
  <p:handoutMasterIdLst>
    <p:handoutMasterId r:id="rId22"/>
  </p:handoutMasterIdLst>
  <p:sldIdLst>
    <p:sldId id="259" r:id="rId2"/>
    <p:sldId id="261" r:id="rId3"/>
    <p:sldId id="281" r:id="rId4"/>
    <p:sldId id="282" r:id="rId5"/>
    <p:sldId id="283" r:id="rId6"/>
    <p:sldId id="284" r:id="rId7"/>
    <p:sldId id="262" r:id="rId8"/>
    <p:sldId id="287" r:id="rId9"/>
    <p:sldId id="286" r:id="rId10"/>
    <p:sldId id="267" r:id="rId11"/>
    <p:sldId id="268" r:id="rId12"/>
    <p:sldId id="269" r:id="rId13"/>
    <p:sldId id="270" r:id="rId14"/>
    <p:sldId id="272" r:id="rId15"/>
    <p:sldId id="274" r:id="rId16"/>
    <p:sldId id="275" r:id="rId17"/>
    <p:sldId id="276" r:id="rId18"/>
    <p:sldId id="277" r:id="rId19"/>
    <p:sldId id="278" r:id="rId20"/>
  </p:sldIdLst>
  <p:sldSz cx="9144000" cy="6858000" type="screen4x3"/>
  <p:notesSz cx="6858000" cy="9144000"/>
  <p:defaultTextStyle>
    <a:defPPr>
      <a:defRPr lang="el-GR"/>
    </a:defPPr>
    <a:lvl1pPr marL="0" algn="l" defTabSz="914400" rtl="0" eaLnBrk="1" latinLnBrk="0" hangingPunct="1">
      <a:defRPr lang="el-GR" sz="1800" kern="1200">
        <a:solidFill>
          <a:schemeClr val="tx1"/>
        </a:solidFill>
        <a:latin typeface="+mn-lt"/>
        <a:ea typeface="+mn-ea"/>
        <a:cs typeface="+mn-cs"/>
      </a:defRPr>
    </a:lvl1pPr>
    <a:lvl2pPr marL="457200" algn="l" defTabSz="914400" rtl="0" eaLnBrk="1" latinLnBrk="0" hangingPunct="1">
      <a:defRPr lang="el-GR" sz="1800" kern="1200">
        <a:solidFill>
          <a:schemeClr val="tx1"/>
        </a:solidFill>
        <a:latin typeface="+mn-lt"/>
        <a:ea typeface="+mn-ea"/>
        <a:cs typeface="+mn-cs"/>
      </a:defRPr>
    </a:lvl2pPr>
    <a:lvl3pPr marL="914400" algn="l" defTabSz="914400" rtl="0" eaLnBrk="1" latinLnBrk="0" hangingPunct="1">
      <a:defRPr lang="el-GR" sz="1800" kern="1200">
        <a:solidFill>
          <a:schemeClr val="tx1"/>
        </a:solidFill>
        <a:latin typeface="+mn-lt"/>
        <a:ea typeface="+mn-ea"/>
        <a:cs typeface="+mn-cs"/>
      </a:defRPr>
    </a:lvl3pPr>
    <a:lvl4pPr marL="1371600" algn="l" defTabSz="914400" rtl="0" eaLnBrk="1" latinLnBrk="0" hangingPunct="1">
      <a:defRPr lang="el-GR" sz="1800" kern="1200">
        <a:solidFill>
          <a:schemeClr val="tx1"/>
        </a:solidFill>
        <a:latin typeface="+mn-lt"/>
        <a:ea typeface="+mn-ea"/>
        <a:cs typeface="+mn-cs"/>
      </a:defRPr>
    </a:lvl4pPr>
    <a:lvl5pPr marL="1828800" algn="l" defTabSz="914400" rtl="0" eaLnBrk="1" latinLnBrk="0" hangingPunct="1">
      <a:defRPr lang="el-GR" sz="1800" kern="1200">
        <a:solidFill>
          <a:schemeClr val="tx1"/>
        </a:solidFill>
        <a:latin typeface="+mn-lt"/>
        <a:ea typeface="+mn-ea"/>
        <a:cs typeface="+mn-cs"/>
      </a:defRPr>
    </a:lvl5pPr>
    <a:lvl6pPr marL="2286000" algn="l" defTabSz="914400" rtl="0" eaLnBrk="1" latinLnBrk="0" hangingPunct="1">
      <a:defRPr lang="el-GR" sz="1800" kern="1200">
        <a:solidFill>
          <a:schemeClr val="tx1"/>
        </a:solidFill>
        <a:latin typeface="+mn-lt"/>
        <a:ea typeface="+mn-ea"/>
        <a:cs typeface="+mn-cs"/>
      </a:defRPr>
    </a:lvl6pPr>
    <a:lvl7pPr marL="2743200" algn="l" defTabSz="914400" rtl="0" eaLnBrk="1" latinLnBrk="0" hangingPunct="1">
      <a:defRPr lang="el-GR" sz="1800" kern="1200">
        <a:solidFill>
          <a:schemeClr val="tx1"/>
        </a:solidFill>
        <a:latin typeface="+mn-lt"/>
        <a:ea typeface="+mn-ea"/>
        <a:cs typeface="+mn-cs"/>
      </a:defRPr>
    </a:lvl7pPr>
    <a:lvl8pPr marL="3200400" algn="l" defTabSz="914400" rtl="0" eaLnBrk="1" latinLnBrk="0" hangingPunct="1">
      <a:defRPr lang="el-GR" sz="1800" kern="1200">
        <a:solidFill>
          <a:schemeClr val="tx1"/>
        </a:solidFill>
        <a:latin typeface="+mn-lt"/>
        <a:ea typeface="+mn-ea"/>
        <a:cs typeface="+mn-cs"/>
      </a:defRPr>
    </a:lvl8pPr>
    <a:lvl9pPr marL="3657600" algn="l" defTabSz="914400" rtl="0" eaLnBrk="1" latinLnBrk="0" hangingPunct="1">
      <a:defRPr lang="el-G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Προεπιλεγμένη ενότητα" id="{779CC93D-E52E-4D84-901B-11D7331DD495}">
          <p14:sldIdLst>
            <p14:sldId id="259"/>
          </p14:sldIdLst>
        </p14:section>
        <p14:section name="Επισκόπηση και στόχοι" id="{ABA716BF-3A5C-4ADB-94C9-CFEF84EBA240}">
          <p14:sldIdLst>
            <p14:sldId id="261"/>
            <p14:sldId id="281"/>
            <p14:sldId id="282"/>
            <p14:sldId id="283"/>
            <p14:sldId id="284"/>
            <p14:sldId id="262"/>
            <p14:sldId id="287"/>
          </p14:sldIdLst>
        </p14:section>
        <p14:section name="Θέμα 1" id="{6D9936A3-3945-4757-BC8B-B5C252D8E036}">
          <p14:sldIdLst>
            <p14:sldId id="286"/>
            <p14:sldId id="267"/>
          </p14:sldIdLst>
        </p14:section>
        <p14:section name="Δείγμα διαφανειών των εφέ προβολής" id="{BAB3A466-96C9-4230-9978-795378D75699}">
          <p14:sldIdLst>
            <p14:sldId id="268"/>
            <p14:sldId id="269"/>
            <p14:sldId id="270"/>
          </p14:sldIdLst>
        </p14:section>
        <p14:section name="Μελέτη περίπτωσης" id="{8C0305C9-B152-4FBA-A789-FE1976D53990}">
          <p14:sldIdLst>
            <p14:sldId id="272"/>
            <p14:sldId id="274"/>
          </p14:sldIdLst>
        </p14:section>
        <p14:section name="Συμπέρασμα και σύνοψη" id="{790CEF5B-569A-4C2F-BED5-750B08C0E5AD}">
          <p14:sldIdLst>
            <p14:sldId id="275"/>
            <p14:sldId id="276"/>
            <p14:sldId id="277"/>
          </p14:sldIdLst>
        </p14:section>
        <p14:section name="Παράρτημα" id="{3F78B471-41DA-46F2-A8E4-97E471896AB3}">
          <p14:sldIdLst>
            <p14:sldId id="27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ED6"/>
    <a:srgbClr val="003300"/>
  </p:clrMru>
  <p:extLst>
    <p:ext uri="{E76CE94A-603C-4142-B9EB-6D1370010A27}">
      <p14:discardImageEditData xmlns:p14="http://schemas.microsoft.com/office/powerpoint/2010/main" val="1"/>
    </p:ext>
    <p:ext uri="{D31A062A-798A-4329-ABDD-BBA856620510}">
      <p14:defaultImageDpi xmlns:p14="http://schemas.microsoft.com/office/powerpoint/2010/main" val="96"/>
    </p:ext>
  </p:extLst>
</p:presentationPr>
</file>

<file path=ppt/tableStyles.xml><?xml version="1.0" encoding="utf-8"?>
<a:tblStyleLst xmlns:a="http://schemas.openxmlformats.org/drawingml/2006/main" def="{5C22544A-7EE6-4342-B048-85BDC9FD1C3A}">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6" autoAdjust="0"/>
    <p:restoredTop sz="83982" autoAdjust="0"/>
  </p:normalViewPr>
  <p:slideViewPr>
    <p:cSldViewPr>
      <p:cViewPr varScale="1">
        <p:scale>
          <a:sx n="95" d="100"/>
          <a:sy n="95" d="100"/>
        </p:scale>
        <p:origin x="-2208" y="-108"/>
      </p:cViewPr>
      <p:guideLst>
        <p:guide orient="horz" pos="2160"/>
        <p:guide pos="2880"/>
      </p:guideLst>
    </p:cSldViewPr>
  </p:slideViewPr>
  <p:outlineViewPr>
    <p:cViewPr>
      <p:scale>
        <a:sx n="33" d="100"/>
        <a:sy n="33" d="100"/>
      </p:scale>
      <p:origin x="0" y="1512"/>
    </p:cViewPr>
  </p:outlineViewPr>
  <p:notesTextViewPr>
    <p:cViewPr>
      <p:scale>
        <a:sx n="100" d="100"/>
        <a:sy n="100" d="100"/>
      </p:scale>
      <p:origin x="0" y="0"/>
    </p:cViewPr>
  </p:notesTextViewPr>
  <p:sorterViewPr>
    <p:cViewPr>
      <p:scale>
        <a:sx n="154" d="100"/>
        <a:sy n="154" d="100"/>
      </p:scale>
      <p:origin x="0" y="0"/>
    </p:cViewPr>
  </p:sorterViewPr>
  <p:notesViewPr>
    <p:cSldViewPr>
      <p:cViewPr varScale="1">
        <p:scale>
          <a:sx n="83" d="100"/>
          <a:sy n="83" d="100"/>
        </p:scale>
        <p:origin x="-314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l-GR"/>
  <c:roundedCorners val="0"/>
  <mc:AlternateContent xmlns:mc="http://schemas.openxmlformats.org/markup-compatibility/2006">
    <mc:Choice xmlns:c14="http://schemas.microsoft.com/office/drawing/2007/8/2/chart" Requires="c14">
      <c14:style val="140"/>
    </mc:Choice>
    <mc:Fallback>
      <c:style val="40"/>
    </mc:Fallback>
  </mc:AlternateContent>
  <c:chart>
    <c:autoTitleDeleted val="1"/>
    <c:plotArea>
      <c:layout/>
      <c:lineChart>
        <c:grouping val="standard"/>
        <c:varyColors val="0"/>
        <c:ser>
          <c:idx val="0"/>
          <c:order val="0"/>
          <c:tx>
            <c:strRef>
              <c:f>Sheet1!$B$1</c:f>
              <c:strCache>
                <c:ptCount val="1"/>
                <c:pt idx="0">
                  <c:v>Series 1</c:v>
                </c:pt>
              </c:strCache>
            </c:strRef>
          </c:tx>
          <c:marker>
            <c:symbol val="none"/>
          </c:marker>
          <c:cat>
            <c:strRef>
              <c:f>Sheet1!$A$2:$A$5</c:f>
              <c:strCache>
                <c:ptCount val="4"/>
                <c:pt idx="0">
                  <c:v>Νέος υπάλληλος</c:v>
                </c:pt>
                <c:pt idx="1">
                  <c:v>1 έτος</c:v>
                </c:pt>
                <c:pt idx="2">
                  <c:v>2 έτη</c:v>
                </c:pt>
                <c:pt idx="3">
                  <c:v>3 έτη</c:v>
                </c:pt>
              </c:strCache>
            </c:strRef>
          </c:cat>
          <c:val>
            <c:numRef>
              <c:f>Sheet1!$B$2:$B$5</c:f>
              <c:numCache>
                <c:formatCode>General</c:formatCode>
                <c:ptCount val="4"/>
                <c:pt idx="0">
                  <c:v>2</c:v>
                </c:pt>
                <c:pt idx="1">
                  <c:v>3</c:v>
                </c:pt>
                <c:pt idx="2">
                  <c:v>5</c:v>
                </c:pt>
                <c:pt idx="3">
                  <c:v>8</c:v>
                </c:pt>
              </c:numCache>
            </c:numRef>
          </c:val>
          <c:smooth val="0"/>
        </c:ser>
        <c:dLbls>
          <c:showLegendKey val="0"/>
          <c:showVal val="0"/>
          <c:showCatName val="0"/>
          <c:showSerName val="0"/>
          <c:showPercent val="0"/>
          <c:showBubbleSize val="0"/>
        </c:dLbls>
        <c:marker val="1"/>
        <c:smooth val="0"/>
        <c:axId val="208487936"/>
        <c:axId val="208489472"/>
      </c:lineChart>
      <c:catAx>
        <c:axId val="208487936"/>
        <c:scaling>
          <c:orientation val="minMax"/>
        </c:scaling>
        <c:delete val="0"/>
        <c:axPos val="b"/>
        <c:majorTickMark val="out"/>
        <c:minorTickMark val="none"/>
        <c:tickLblPos val="nextTo"/>
        <c:crossAx val="208489472"/>
        <c:crosses val="autoZero"/>
        <c:auto val="1"/>
        <c:lblAlgn val="ctr"/>
        <c:lblOffset val="100"/>
        <c:noMultiLvlLbl val="0"/>
      </c:catAx>
      <c:valAx>
        <c:axId val="208489472"/>
        <c:scaling>
          <c:orientation val="minMax"/>
        </c:scaling>
        <c:delete val="1"/>
        <c:axPos val="l"/>
        <c:majorGridlines/>
        <c:numFmt formatCode="General" sourceLinked="1"/>
        <c:majorTickMark val="out"/>
        <c:minorTickMark val="none"/>
        <c:tickLblPos val="nextTo"/>
        <c:crossAx val="208487936"/>
        <c:crosses val="autoZero"/>
        <c:crossBetween val="between"/>
      </c:valAx>
    </c:plotArea>
    <c:plotVisOnly val="1"/>
    <c:dispBlanksAs val="gap"/>
    <c:showDLblsOverMax val="0"/>
  </c:chart>
  <c:txPr>
    <a:bodyPr/>
    <a:lstStyle/>
    <a:p>
      <a:pPr>
        <a:defRPr sz="1800"/>
      </a:pPr>
      <a:endParaRPr lang="el-GR"/>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FEADD9-F67D-41F5-BA4C-3C84956E7F46}" type="doc">
      <dgm:prSet loTypeId="urn:microsoft.com/office/officeart/2005/8/layout/vList5" loCatId="list" qsTypeId="urn:microsoft.com/office/officeart/2005/8/quickstyle/simple5" qsCatId="simple" csTypeId="urn:microsoft.com/office/officeart/2005/8/colors/colorful3" csCatId="colorful" phldr="1"/>
      <dgm:spPr/>
      <dgm:t>
        <a:bodyPr/>
        <a:lstStyle/>
        <a:p>
          <a:endParaRPr lang="el-GR"/>
        </a:p>
      </dgm:t>
    </dgm:pt>
    <dgm:pt modelId="{74EE5CD8-078F-4590-BF9C-A341A294A016}">
      <dgm:prSet phldrT="[Text]" custT="1"/>
      <dgm:spPr/>
      <dgm:t>
        <a:bodyPr/>
        <a:lstStyle/>
        <a:p>
          <a:r>
            <a:rPr lang="el-GR" sz="4400"/>
            <a:t>1</a:t>
          </a:r>
        </a:p>
      </dgm:t>
    </dgm:pt>
    <dgm:pt modelId="{BB568D76-3363-43D3-B00C-3359A643216C}" type="parTrans" cxnId="{F40F9561-0D4C-44CF-91EF-A92B1DBDE44B}">
      <dgm:prSet/>
      <dgm:spPr/>
      <dgm:t>
        <a:bodyPr/>
        <a:lstStyle/>
        <a:p>
          <a:endParaRPr lang="el-GR" sz="3200"/>
        </a:p>
      </dgm:t>
    </dgm:pt>
    <dgm:pt modelId="{CF9FB981-E6ED-4440-AC98-4E4E2ABA2C55}" type="sibTrans" cxnId="{F40F9561-0D4C-44CF-91EF-A92B1DBDE44B}">
      <dgm:prSet/>
      <dgm:spPr/>
      <dgm:t>
        <a:bodyPr/>
        <a:lstStyle/>
        <a:p>
          <a:endParaRPr lang="el-GR" sz="3200"/>
        </a:p>
      </dgm:t>
    </dgm:pt>
    <dgm:pt modelId="{AA046201-5C4D-445E-BF0B-5C6D2B0A1945}">
      <dgm:prSet phldrT="[Text]" custT="1"/>
      <dgm:spPr/>
      <dgm:t>
        <a:bodyPr/>
        <a:lstStyle/>
        <a:p>
          <a:r>
            <a:rPr lang="el-GR" sz="4400"/>
            <a:t>2</a:t>
          </a:r>
        </a:p>
      </dgm:t>
    </dgm:pt>
    <dgm:pt modelId="{FE92FC33-5E0F-4302-9E80-A69E8ACDDE56}" type="parTrans" cxnId="{B8AF1086-D7BE-446F-9133-738B599E9A7D}">
      <dgm:prSet/>
      <dgm:spPr/>
      <dgm:t>
        <a:bodyPr/>
        <a:lstStyle/>
        <a:p>
          <a:endParaRPr lang="el-GR" sz="3200"/>
        </a:p>
      </dgm:t>
    </dgm:pt>
    <dgm:pt modelId="{40767EFF-7D52-4469-ACEE-7D28E67337E2}" type="sibTrans" cxnId="{B8AF1086-D7BE-446F-9133-738B599E9A7D}">
      <dgm:prSet/>
      <dgm:spPr/>
      <dgm:t>
        <a:bodyPr/>
        <a:lstStyle/>
        <a:p>
          <a:endParaRPr lang="el-GR" sz="3200"/>
        </a:p>
      </dgm:t>
    </dgm:pt>
    <dgm:pt modelId="{C59269D0-92A5-481C-BA64-727AFB0DD545}">
      <dgm:prSet phldrT="[Text]" custT="1"/>
      <dgm:spPr/>
      <dgm:t>
        <a:bodyPr/>
        <a:lstStyle/>
        <a:p>
          <a:r>
            <a:rPr lang="el-GR" sz="3200">
              <a:effectLst>
                <a:outerShdw blurRad="38100" dist="38100" dir="2700000" algn="tl">
                  <a:srgbClr val="000000">
                    <a:alpha val="43137"/>
                  </a:srgbClr>
                </a:outerShdw>
              </a:effectLst>
            </a:rPr>
            <a:t>Εξερευνήστε το νέο περιβάλλον σας</a:t>
          </a:r>
        </a:p>
      </dgm:t>
    </dgm:pt>
    <dgm:pt modelId="{312CC84D-092F-422A-AA24-A4619DBBB7BE}" type="parTrans" cxnId="{9071FB3B-D26B-4384-BD1A-80C12C62D02C}">
      <dgm:prSet/>
      <dgm:spPr/>
      <dgm:t>
        <a:bodyPr/>
        <a:lstStyle/>
        <a:p>
          <a:endParaRPr lang="el-GR" sz="3200"/>
        </a:p>
      </dgm:t>
    </dgm:pt>
    <dgm:pt modelId="{266DE8E8-1339-41C4-B9A7-6148496C7FA9}" type="sibTrans" cxnId="{9071FB3B-D26B-4384-BD1A-80C12C62D02C}">
      <dgm:prSet/>
      <dgm:spPr/>
      <dgm:t>
        <a:bodyPr/>
        <a:lstStyle/>
        <a:p>
          <a:endParaRPr lang="el-GR" sz="3200"/>
        </a:p>
      </dgm:t>
    </dgm:pt>
    <dgm:pt modelId="{D1776C8F-2B10-4075-8DF7-7F65AB725ED5}">
      <dgm:prSet phldrT="[Text]" custT="1"/>
      <dgm:spPr/>
      <dgm:t>
        <a:bodyPr/>
        <a:lstStyle/>
        <a:p>
          <a:r>
            <a:rPr lang="el-GR" sz="4400"/>
            <a:t>3</a:t>
          </a:r>
        </a:p>
      </dgm:t>
    </dgm:pt>
    <dgm:pt modelId="{7291E740-3E17-41B3-99D3-1D67AE37CC3F}" type="parTrans" cxnId="{7077B78D-FCDC-4519-8416-DC357ACD5043}">
      <dgm:prSet/>
      <dgm:spPr/>
      <dgm:t>
        <a:bodyPr/>
        <a:lstStyle/>
        <a:p>
          <a:endParaRPr lang="el-GR" sz="3200"/>
        </a:p>
      </dgm:t>
    </dgm:pt>
    <dgm:pt modelId="{88B75C29-8054-417D-BCE3-878A55118F6D}" type="sibTrans" cxnId="{7077B78D-FCDC-4519-8416-DC357ACD5043}">
      <dgm:prSet/>
      <dgm:spPr/>
      <dgm:t>
        <a:bodyPr/>
        <a:lstStyle/>
        <a:p>
          <a:endParaRPr lang="el-GR" sz="3200"/>
        </a:p>
      </dgm:t>
    </dgm:pt>
    <dgm:pt modelId="{6BE4E373-0656-4EDC-821E-BE09C952B1F6}">
      <dgm:prSet phldrT="[Text]" custT="1"/>
      <dgm:spPr/>
      <dgm:t>
        <a:bodyPr/>
        <a:lstStyle/>
        <a:p>
          <a:r>
            <a:rPr lang="el-GR" sz="3200">
              <a:effectLst>
                <a:outerShdw blurRad="38100" dist="38100" dir="2700000" algn="tl">
                  <a:srgbClr val="000000">
                    <a:alpha val="43137"/>
                  </a:srgbClr>
                </a:outerShdw>
              </a:effectLst>
            </a:rPr>
            <a:t>Συναντήστε τους νέους συναδέλφους σας</a:t>
          </a:r>
        </a:p>
      </dgm:t>
    </dgm:pt>
    <dgm:pt modelId="{34218063-BF94-4304-99BD-B3F7BA4D3C8F}" type="parTrans" cxnId="{119690D4-400B-468B-8BA0-5C9C9E2AFEAF}">
      <dgm:prSet/>
      <dgm:spPr/>
      <dgm:t>
        <a:bodyPr/>
        <a:lstStyle/>
        <a:p>
          <a:endParaRPr lang="el-GR" sz="3200"/>
        </a:p>
      </dgm:t>
    </dgm:pt>
    <dgm:pt modelId="{E17B9BF1-2948-497F-8EC7-3BF734D839DB}" type="sibTrans" cxnId="{119690D4-400B-468B-8BA0-5C9C9E2AFEAF}">
      <dgm:prSet/>
      <dgm:spPr/>
      <dgm:t>
        <a:bodyPr/>
        <a:lstStyle/>
        <a:p>
          <a:endParaRPr lang="el-GR" sz="3200"/>
        </a:p>
      </dgm:t>
    </dgm:pt>
    <dgm:pt modelId="{1E4D3931-0DBD-4211-A24A-6AF364284B1E}">
      <dgm:prSet phldrT="[Text]" custT="1"/>
      <dgm:spPr/>
      <dgm:t>
        <a:bodyPr/>
        <a:lstStyle/>
        <a:p>
          <a:pPr marL="280988" indent="-280988"/>
          <a:r>
            <a:rPr lang="el-GR" sz="3200">
              <a:effectLst>
                <a:outerShdw blurRad="38100" dist="38100" dir="2700000" algn="tl">
                  <a:srgbClr val="000000">
                    <a:alpha val="43137"/>
                  </a:srgbClr>
                </a:outerShdw>
              </a:effectLst>
            </a:rPr>
            <a:t>Εξοικειωθείτε με τα νέα σας καθήκοντα</a:t>
          </a:r>
        </a:p>
      </dgm:t>
    </dgm:pt>
    <dgm:pt modelId="{CADAA3D9-7C63-4729-85B0-64C8AF644EEF}" type="sibTrans" cxnId="{63E4D827-0083-4625-9FD6-043D8D32091E}">
      <dgm:prSet/>
      <dgm:spPr/>
      <dgm:t>
        <a:bodyPr/>
        <a:lstStyle/>
        <a:p>
          <a:endParaRPr lang="el-GR" sz="3200"/>
        </a:p>
      </dgm:t>
    </dgm:pt>
    <dgm:pt modelId="{FC93695B-FD0E-4353-B1FD-4328F4386DEC}" type="parTrans" cxnId="{63E4D827-0083-4625-9FD6-043D8D32091E}">
      <dgm:prSet/>
      <dgm:spPr/>
      <dgm:t>
        <a:bodyPr/>
        <a:lstStyle/>
        <a:p>
          <a:endParaRPr lang="el-GR" sz="3200"/>
        </a:p>
      </dgm:t>
    </dgm:pt>
    <dgm:pt modelId="{AAE7A1E6-6847-453D-B55B-8A82BF138C1D}" type="pres">
      <dgm:prSet presAssocID="{F6FEADD9-F67D-41F5-BA4C-3C84956E7F46}" presName="Name0" presStyleCnt="0">
        <dgm:presLayoutVars>
          <dgm:dir/>
          <dgm:animLvl val="lvl"/>
          <dgm:resizeHandles val="exact"/>
        </dgm:presLayoutVars>
      </dgm:prSet>
      <dgm:spPr/>
      <dgm:t>
        <a:bodyPr/>
        <a:lstStyle/>
        <a:p>
          <a:endParaRPr lang="el-GR"/>
        </a:p>
      </dgm:t>
    </dgm:pt>
    <dgm:pt modelId="{C4407577-18A2-46E0-8805-2838042EB67A}" type="pres">
      <dgm:prSet presAssocID="{74EE5CD8-078F-4590-BF9C-A341A294A016}" presName="linNode" presStyleCnt="0"/>
      <dgm:spPr/>
      <dgm:t>
        <a:bodyPr/>
        <a:lstStyle/>
        <a:p>
          <a:endParaRPr lang="el-GR"/>
        </a:p>
      </dgm:t>
    </dgm:pt>
    <dgm:pt modelId="{7E429971-BC57-430F-BB25-C0574E5E39E3}" type="pres">
      <dgm:prSet presAssocID="{74EE5CD8-078F-4590-BF9C-A341A294A016}" presName="parentText" presStyleLbl="node1" presStyleIdx="0" presStyleCnt="3" custLinFactNeighborY="-15667">
        <dgm:presLayoutVars>
          <dgm:chMax val="1"/>
          <dgm:bulletEnabled val="1"/>
        </dgm:presLayoutVars>
      </dgm:prSet>
      <dgm:spPr>
        <a:prstGeom prst="roundRect">
          <a:avLst/>
        </a:prstGeom>
      </dgm:spPr>
      <dgm:t>
        <a:bodyPr/>
        <a:lstStyle/>
        <a:p>
          <a:endParaRPr lang="el-GR"/>
        </a:p>
      </dgm:t>
    </dgm:pt>
    <dgm:pt modelId="{D54B1729-BC98-42C1-9C6C-D65DCBA4358F}" type="pres">
      <dgm:prSet presAssocID="{74EE5CD8-078F-4590-BF9C-A341A294A016}" presName="descendantText" presStyleLbl="alignAccFollowNode1" presStyleIdx="0" presStyleCnt="3" custScaleX="259632">
        <dgm:presLayoutVars>
          <dgm:bulletEnabled val="1"/>
        </dgm:presLayoutVars>
      </dgm:prSet>
      <dgm:spPr>
        <a:prstGeom prst="rect">
          <a:avLst/>
        </a:prstGeom>
      </dgm:spPr>
      <dgm:t>
        <a:bodyPr/>
        <a:lstStyle/>
        <a:p>
          <a:endParaRPr lang="el-GR"/>
        </a:p>
      </dgm:t>
    </dgm:pt>
    <dgm:pt modelId="{AB8574CC-D4F2-4555-AEE3-F4EE58B11D03}" type="pres">
      <dgm:prSet presAssocID="{CF9FB981-E6ED-4440-AC98-4E4E2ABA2C55}" presName="sp" presStyleCnt="0"/>
      <dgm:spPr/>
      <dgm:t>
        <a:bodyPr/>
        <a:lstStyle/>
        <a:p>
          <a:endParaRPr lang="el-GR"/>
        </a:p>
      </dgm:t>
    </dgm:pt>
    <dgm:pt modelId="{85B8F607-FDD8-476A-ADBE-E1250824F294}" type="pres">
      <dgm:prSet presAssocID="{AA046201-5C4D-445E-BF0B-5C6D2B0A1945}" presName="linNode" presStyleCnt="0"/>
      <dgm:spPr/>
      <dgm:t>
        <a:bodyPr/>
        <a:lstStyle/>
        <a:p>
          <a:endParaRPr lang="el-GR"/>
        </a:p>
      </dgm:t>
    </dgm:pt>
    <dgm:pt modelId="{C04276DC-EE64-470A-B8BC-09067B8045FA}" type="pres">
      <dgm:prSet presAssocID="{AA046201-5C4D-445E-BF0B-5C6D2B0A1945}" presName="parentText" presStyleLbl="node1" presStyleIdx="1" presStyleCnt="3">
        <dgm:presLayoutVars>
          <dgm:chMax val="1"/>
          <dgm:bulletEnabled val="1"/>
        </dgm:presLayoutVars>
      </dgm:prSet>
      <dgm:spPr>
        <a:prstGeom prst="roundRect">
          <a:avLst/>
        </a:prstGeom>
      </dgm:spPr>
      <dgm:t>
        <a:bodyPr/>
        <a:lstStyle/>
        <a:p>
          <a:endParaRPr lang="el-GR"/>
        </a:p>
      </dgm:t>
    </dgm:pt>
    <dgm:pt modelId="{B37A5355-225B-4C6F-AED7-6C620F99EECC}" type="pres">
      <dgm:prSet presAssocID="{AA046201-5C4D-445E-BF0B-5C6D2B0A1945}" presName="descendantText" presStyleLbl="alignAccFollowNode1" presStyleIdx="1" presStyleCnt="3" custScaleX="259632">
        <dgm:presLayoutVars>
          <dgm:bulletEnabled val="1"/>
        </dgm:presLayoutVars>
      </dgm:prSet>
      <dgm:spPr>
        <a:prstGeom prst="rect">
          <a:avLst/>
        </a:prstGeom>
      </dgm:spPr>
      <dgm:t>
        <a:bodyPr/>
        <a:lstStyle/>
        <a:p>
          <a:endParaRPr lang="el-GR"/>
        </a:p>
      </dgm:t>
    </dgm:pt>
    <dgm:pt modelId="{5ACAA866-A8A8-4183-97B5-CEEAB1525C60}" type="pres">
      <dgm:prSet presAssocID="{40767EFF-7D52-4469-ACEE-7D28E67337E2}" presName="sp" presStyleCnt="0"/>
      <dgm:spPr/>
      <dgm:t>
        <a:bodyPr/>
        <a:lstStyle/>
        <a:p>
          <a:endParaRPr lang="el-GR"/>
        </a:p>
      </dgm:t>
    </dgm:pt>
    <dgm:pt modelId="{477213BE-9E91-4950-8451-7F60796F47F4}" type="pres">
      <dgm:prSet presAssocID="{D1776C8F-2B10-4075-8DF7-7F65AB725ED5}" presName="linNode" presStyleCnt="0"/>
      <dgm:spPr/>
      <dgm:t>
        <a:bodyPr/>
        <a:lstStyle/>
        <a:p>
          <a:endParaRPr lang="el-GR"/>
        </a:p>
      </dgm:t>
    </dgm:pt>
    <dgm:pt modelId="{F5034101-5B7D-4FE7-B47A-5A48CF39606B}" type="pres">
      <dgm:prSet presAssocID="{D1776C8F-2B10-4075-8DF7-7F65AB725ED5}" presName="parentText" presStyleLbl="node1" presStyleIdx="2" presStyleCnt="3">
        <dgm:presLayoutVars>
          <dgm:chMax val="1"/>
          <dgm:bulletEnabled val="1"/>
        </dgm:presLayoutVars>
      </dgm:prSet>
      <dgm:spPr>
        <a:prstGeom prst="roundRect">
          <a:avLst/>
        </a:prstGeom>
      </dgm:spPr>
      <dgm:t>
        <a:bodyPr/>
        <a:lstStyle/>
        <a:p>
          <a:endParaRPr lang="el-GR"/>
        </a:p>
      </dgm:t>
    </dgm:pt>
    <dgm:pt modelId="{C7C3E6FD-D83F-4BDA-907E-B5EE041DA931}" type="pres">
      <dgm:prSet presAssocID="{D1776C8F-2B10-4075-8DF7-7F65AB725ED5}" presName="descendantText" presStyleLbl="alignAccFollowNode1" presStyleIdx="2" presStyleCnt="3" custScaleX="259632">
        <dgm:presLayoutVars>
          <dgm:bulletEnabled val="1"/>
        </dgm:presLayoutVars>
      </dgm:prSet>
      <dgm:spPr>
        <a:prstGeom prst="rect">
          <a:avLst/>
        </a:prstGeom>
      </dgm:spPr>
      <dgm:t>
        <a:bodyPr/>
        <a:lstStyle/>
        <a:p>
          <a:endParaRPr lang="el-GR"/>
        </a:p>
      </dgm:t>
    </dgm:pt>
  </dgm:ptLst>
  <dgm:cxnLst>
    <dgm:cxn modelId="{7077B78D-FCDC-4519-8416-DC357ACD5043}" srcId="{F6FEADD9-F67D-41F5-BA4C-3C84956E7F46}" destId="{D1776C8F-2B10-4075-8DF7-7F65AB725ED5}" srcOrd="2" destOrd="0" parTransId="{7291E740-3E17-41B3-99D3-1D67AE37CC3F}" sibTransId="{88B75C29-8054-417D-BCE3-878A55118F6D}"/>
    <dgm:cxn modelId="{119690D4-400B-468B-8BA0-5C9C9E2AFEAF}" srcId="{D1776C8F-2B10-4075-8DF7-7F65AB725ED5}" destId="{6BE4E373-0656-4EDC-821E-BE09C952B1F6}" srcOrd="0" destOrd="0" parTransId="{34218063-BF94-4304-99BD-B3F7BA4D3C8F}" sibTransId="{E17B9BF1-2948-497F-8EC7-3BF734D839DB}"/>
    <dgm:cxn modelId="{3D887057-7E91-45EF-8E4B-3006C2DFECB4}" type="presOf" srcId="{6BE4E373-0656-4EDC-821E-BE09C952B1F6}" destId="{C7C3E6FD-D83F-4BDA-907E-B5EE041DA931}" srcOrd="0" destOrd="0" presId="urn:microsoft.com/office/officeart/2005/8/layout/vList5"/>
    <dgm:cxn modelId="{B6416E04-E5DE-46CA-AD27-47EBE280D636}" type="presOf" srcId="{C59269D0-92A5-481C-BA64-727AFB0DD545}" destId="{B37A5355-225B-4C6F-AED7-6C620F99EECC}" srcOrd="0" destOrd="0" presId="urn:microsoft.com/office/officeart/2005/8/layout/vList5"/>
    <dgm:cxn modelId="{F40F9561-0D4C-44CF-91EF-A92B1DBDE44B}" srcId="{F6FEADD9-F67D-41F5-BA4C-3C84956E7F46}" destId="{74EE5CD8-078F-4590-BF9C-A341A294A016}" srcOrd="0" destOrd="0" parTransId="{BB568D76-3363-43D3-B00C-3359A643216C}" sibTransId="{CF9FB981-E6ED-4440-AC98-4E4E2ABA2C55}"/>
    <dgm:cxn modelId="{5417F3DF-8CAE-4E6C-ADBB-ED6F50084B8E}" type="presOf" srcId="{D1776C8F-2B10-4075-8DF7-7F65AB725ED5}" destId="{F5034101-5B7D-4FE7-B47A-5A48CF39606B}" srcOrd="0" destOrd="0" presId="urn:microsoft.com/office/officeart/2005/8/layout/vList5"/>
    <dgm:cxn modelId="{9071FB3B-D26B-4384-BD1A-80C12C62D02C}" srcId="{AA046201-5C4D-445E-BF0B-5C6D2B0A1945}" destId="{C59269D0-92A5-481C-BA64-727AFB0DD545}" srcOrd="0" destOrd="0" parTransId="{312CC84D-092F-422A-AA24-A4619DBBB7BE}" sibTransId="{266DE8E8-1339-41C4-B9A7-6148496C7FA9}"/>
    <dgm:cxn modelId="{B8AF1086-D7BE-446F-9133-738B599E9A7D}" srcId="{F6FEADD9-F67D-41F5-BA4C-3C84956E7F46}" destId="{AA046201-5C4D-445E-BF0B-5C6D2B0A1945}" srcOrd="1" destOrd="0" parTransId="{FE92FC33-5E0F-4302-9E80-A69E8ACDDE56}" sibTransId="{40767EFF-7D52-4469-ACEE-7D28E67337E2}"/>
    <dgm:cxn modelId="{DBCA7E61-D822-40A0-A27A-D7E092386A0B}" type="presOf" srcId="{F6FEADD9-F67D-41F5-BA4C-3C84956E7F46}" destId="{AAE7A1E6-6847-453D-B55B-8A82BF138C1D}" srcOrd="0" destOrd="0" presId="urn:microsoft.com/office/officeart/2005/8/layout/vList5"/>
    <dgm:cxn modelId="{9A0DCB65-9DCB-4972-9768-1762E4116F3C}" type="presOf" srcId="{74EE5CD8-078F-4590-BF9C-A341A294A016}" destId="{7E429971-BC57-430F-BB25-C0574E5E39E3}" srcOrd="0" destOrd="0" presId="urn:microsoft.com/office/officeart/2005/8/layout/vList5"/>
    <dgm:cxn modelId="{63E4D827-0083-4625-9FD6-043D8D32091E}" srcId="{74EE5CD8-078F-4590-BF9C-A341A294A016}" destId="{1E4D3931-0DBD-4211-A24A-6AF364284B1E}" srcOrd="0" destOrd="0" parTransId="{FC93695B-FD0E-4353-B1FD-4328F4386DEC}" sibTransId="{CADAA3D9-7C63-4729-85B0-64C8AF644EEF}"/>
    <dgm:cxn modelId="{1D12F37E-DF42-400C-B5B5-A8FAF49EC0EC}" type="presOf" srcId="{1E4D3931-0DBD-4211-A24A-6AF364284B1E}" destId="{D54B1729-BC98-42C1-9C6C-D65DCBA4358F}" srcOrd="0" destOrd="0" presId="urn:microsoft.com/office/officeart/2005/8/layout/vList5"/>
    <dgm:cxn modelId="{AFF7133D-5E9D-4613-9299-006F9E49301B}" type="presOf" srcId="{AA046201-5C4D-445E-BF0B-5C6D2B0A1945}" destId="{C04276DC-EE64-470A-B8BC-09067B8045FA}" srcOrd="0" destOrd="0" presId="urn:microsoft.com/office/officeart/2005/8/layout/vList5"/>
    <dgm:cxn modelId="{1E18118B-9778-4714-A249-2B714D5427F7}" type="presParOf" srcId="{AAE7A1E6-6847-453D-B55B-8A82BF138C1D}" destId="{C4407577-18A2-46E0-8805-2838042EB67A}" srcOrd="0" destOrd="0" presId="urn:microsoft.com/office/officeart/2005/8/layout/vList5"/>
    <dgm:cxn modelId="{84152E8A-21A6-4CAF-BC09-47C13F4FFFB8}" type="presParOf" srcId="{C4407577-18A2-46E0-8805-2838042EB67A}" destId="{7E429971-BC57-430F-BB25-C0574E5E39E3}" srcOrd="0" destOrd="0" presId="urn:microsoft.com/office/officeart/2005/8/layout/vList5"/>
    <dgm:cxn modelId="{1D51832F-3B38-483B-8C08-BDD413206841}" type="presParOf" srcId="{C4407577-18A2-46E0-8805-2838042EB67A}" destId="{D54B1729-BC98-42C1-9C6C-D65DCBA4358F}" srcOrd="1" destOrd="0" presId="urn:microsoft.com/office/officeart/2005/8/layout/vList5"/>
    <dgm:cxn modelId="{F2BB24AB-7DB6-4F0F-92D8-664E0F322520}" type="presParOf" srcId="{AAE7A1E6-6847-453D-B55B-8A82BF138C1D}" destId="{AB8574CC-D4F2-4555-AEE3-F4EE58B11D03}" srcOrd="1" destOrd="0" presId="urn:microsoft.com/office/officeart/2005/8/layout/vList5"/>
    <dgm:cxn modelId="{3F47CC38-27AC-4E4E-92A2-FDE046382C80}" type="presParOf" srcId="{AAE7A1E6-6847-453D-B55B-8A82BF138C1D}" destId="{85B8F607-FDD8-476A-ADBE-E1250824F294}" srcOrd="2" destOrd="0" presId="urn:microsoft.com/office/officeart/2005/8/layout/vList5"/>
    <dgm:cxn modelId="{B4BBC5E0-69C0-4FD2-84A6-C47E62DEA28D}" type="presParOf" srcId="{85B8F607-FDD8-476A-ADBE-E1250824F294}" destId="{C04276DC-EE64-470A-B8BC-09067B8045FA}" srcOrd="0" destOrd="0" presId="urn:microsoft.com/office/officeart/2005/8/layout/vList5"/>
    <dgm:cxn modelId="{71B90C6E-E0F2-4EE1-8864-5914AAFA20A7}" type="presParOf" srcId="{85B8F607-FDD8-476A-ADBE-E1250824F294}" destId="{B37A5355-225B-4C6F-AED7-6C620F99EECC}" srcOrd="1" destOrd="0" presId="urn:microsoft.com/office/officeart/2005/8/layout/vList5"/>
    <dgm:cxn modelId="{E6DEED78-0C33-4D1D-A595-AFE4311369E4}" type="presParOf" srcId="{AAE7A1E6-6847-453D-B55B-8A82BF138C1D}" destId="{5ACAA866-A8A8-4183-97B5-CEEAB1525C60}" srcOrd="3" destOrd="0" presId="urn:microsoft.com/office/officeart/2005/8/layout/vList5"/>
    <dgm:cxn modelId="{FD2A22C3-24B0-4E4D-A3BC-79528D3FBC48}" type="presParOf" srcId="{AAE7A1E6-6847-453D-B55B-8A82BF138C1D}" destId="{477213BE-9E91-4950-8451-7F60796F47F4}" srcOrd="4" destOrd="0" presId="urn:microsoft.com/office/officeart/2005/8/layout/vList5"/>
    <dgm:cxn modelId="{2D9E3819-8AF8-4F78-AD5E-1D892BCE0381}" type="presParOf" srcId="{477213BE-9E91-4950-8451-7F60796F47F4}" destId="{F5034101-5B7D-4FE7-B47A-5A48CF39606B}" srcOrd="0" destOrd="0" presId="urn:microsoft.com/office/officeart/2005/8/layout/vList5"/>
    <dgm:cxn modelId="{5FD7E964-E46A-45B4-A545-5D657B6094BB}" type="presParOf" srcId="{477213BE-9E91-4950-8451-7F60796F47F4}" destId="{C7C3E6FD-D83F-4BDA-907E-B5EE041DA93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4B1729-BC98-42C1-9C6C-D65DCBA4358F}">
      <dsp:nvSpPr>
        <dsp:cNvPr id="0" name=""/>
        <dsp:cNvSpPr/>
      </dsp:nvSpPr>
      <dsp:spPr>
        <a:xfrm rot="5400000">
          <a:off x="3066871" y="-1848315"/>
          <a:ext cx="1047750" cy="5010287"/>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0988" lvl="1" indent="-280988" algn="l" defTabSz="1422400">
            <a:lnSpc>
              <a:spcPct val="90000"/>
            </a:lnSpc>
            <a:spcBef>
              <a:spcPct val="0"/>
            </a:spcBef>
            <a:spcAft>
              <a:spcPct val="15000"/>
            </a:spcAft>
            <a:buChar char="••"/>
          </a:pPr>
          <a:r>
            <a:rPr lang="el-GR" sz="3200" kern="1200">
              <a:effectLst>
                <a:outerShdw blurRad="38100" dist="38100" dir="2700000" algn="tl">
                  <a:srgbClr val="000000">
                    <a:alpha val="43137"/>
                  </a:srgbClr>
                </a:outerShdw>
              </a:effectLst>
            </a:rPr>
            <a:t>Εξοικειωθείτε με τα νέα σας καθήκοντα</a:t>
          </a:r>
        </a:p>
      </dsp:txBody>
      <dsp:txXfrm rot="-5400000">
        <a:off x="1085603" y="132953"/>
        <a:ext cx="5010287" cy="1047750"/>
      </dsp:txXfrm>
    </dsp:sp>
    <dsp:sp modelId="{7E429971-BC57-430F-BB25-C0574E5E39E3}">
      <dsp:nvSpPr>
        <dsp:cNvPr id="0" name=""/>
        <dsp:cNvSpPr/>
      </dsp:nvSpPr>
      <dsp:spPr>
        <a:xfrm>
          <a:off x="109" y="0"/>
          <a:ext cx="1085492" cy="1309687"/>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l-GR" sz="4400" kern="1200"/>
            <a:t>1</a:t>
          </a:r>
        </a:p>
      </dsp:txBody>
      <dsp:txXfrm>
        <a:off x="53098" y="52989"/>
        <a:ext cx="979514" cy="1203709"/>
      </dsp:txXfrm>
    </dsp:sp>
    <dsp:sp modelId="{B37A5355-225B-4C6F-AED7-6C620F99EECC}">
      <dsp:nvSpPr>
        <dsp:cNvPr id="0" name=""/>
        <dsp:cNvSpPr/>
      </dsp:nvSpPr>
      <dsp:spPr>
        <a:xfrm rot="5400000">
          <a:off x="3066871" y="-473143"/>
          <a:ext cx="1047750" cy="5010287"/>
        </a:xfrm>
        <a:prstGeom prst="rect">
          <a:avLst/>
        </a:prstGeom>
        <a:solidFill>
          <a:schemeClr val="accent3">
            <a:tint val="40000"/>
            <a:alpha val="90000"/>
            <a:hueOff val="5358425"/>
            <a:satOff val="-6896"/>
            <a:lumOff val="-537"/>
            <a:alphaOff val="0"/>
          </a:schemeClr>
        </a:solidFill>
        <a:ln w="9525" cap="flat" cmpd="sng" algn="ctr">
          <a:solidFill>
            <a:schemeClr val="accent3">
              <a:tint val="40000"/>
              <a:alpha val="90000"/>
              <a:hueOff val="5358425"/>
              <a:satOff val="-6896"/>
              <a:lumOff val="-537"/>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5750" lvl="1" indent="-285750" algn="l" defTabSz="1422400">
            <a:lnSpc>
              <a:spcPct val="90000"/>
            </a:lnSpc>
            <a:spcBef>
              <a:spcPct val="0"/>
            </a:spcBef>
            <a:spcAft>
              <a:spcPct val="15000"/>
            </a:spcAft>
            <a:buChar char="••"/>
          </a:pPr>
          <a:r>
            <a:rPr lang="el-GR" sz="3200" kern="1200">
              <a:effectLst>
                <a:outerShdw blurRad="38100" dist="38100" dir="2700000" algn="tl">
                  <a:srgbClr val="000000">
                    <a:alpha val="43137"/>
                  </a:srgbClr>
                </a:outerShdw>
              </a:effectLst>
            </a:rPr>
            <a:t>Εξερευνήστε το νέο περιβάλλον σας</a:t>
          </a:r>
        </a:p>
      </dsp:txBody>
      <dsp:txXfrm rot="-5400000">
        <a:off x="1085603" y="1508125"/>
        <a:ext cx="5010287" cy="1047750"/>
      </dsp:txXfrm>
    </dsp:sp>
    <dsp:sp modelId="{C04276DC-EE64-470A-B8BC-09067B8045FA}">
      <dsp:nvSpPr>
        <dsp:cNvPr id="0" name=""/>
        <dsp:cNvSpPr/>
      </dsp:nvSpPr>
      <dsp:spPr>
        <a:xfrm>
          <a:off x="109" y="1377156"/>
          <a:ext cx="1085492" cy="1309687"/>
        </a:xfrm>
        <a:prstGeom prst="roundRect">
          <a:avLst/>
        </a:prstGeom>
        <a:gradFill rotWithShape="0">
          <a:gsLst>
            <a:gs pos="0">
              <a:schemeClr val="accent3">
                <a:hueOff val="5625132"/>
                <a:satOff val="-8440"/>
                <a:lumOff val="-1373"/>
                <a:alphaOff val="0"/>
                <a:shade val="51000"/>
                <a:satMod val="130000"/>
              </a:schemeClr>
            </a:gs>
            <a:gs pos="80000">
              <a:schemeClr val="accent3">
                <a:hueOff val="5625132"/>
                <a:satOff val="-8440"/>
                <a:lumOff val="-1373"/>
                <a:alphaOff val="0"/>
                <a:shade val="93000"/>
                <a:satMod val="130000"/>
              </a:schemeClr>
            </a:gs>
            <a:gs pos="100000">
              <a:schemeClr val="accent3">
                <a:hueOff val="5625132"/>
                <a:satOff val="-8440"/>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l-GR" sz="4400" kern="1200"/>
            <a:t>2</a:t>
          </a:r>
        </a:p>
      </dsp:txBody>
      <dsp:txXfrm>
        <a:off x="53098" y="1430145"/>
        <a:ext cx="979514" cy="1203709"/>
      </dsp:txXfrm>
    </dsp:sp>
    <dsp:sp modelId="{C7C3E6FD-D83F-4BDA-907E-B5EE041DA931}">
      <dsp:nvSpPr>
        <dsp:cNvPr id="0" name=""/>
        <dsp:cNvSpPr/>
      </dsp:nvSpPr>
      <dsp:spPr>
        <a:xfrm rot="5400000">
          <a:off x="3066871" y="902028"/>
          <a:ext cx="1047750" cy="5010287"/>
        </a:xfrm>
        <a:prstGeom prst="rect">
          <a:avLst/>
        </a:prstGeom>
        <a:solidFill>
          <a:schemeClr val="accent3">
            <a:tint val="40000"/>
            <a:alpha val="90000"/>
            <a:hueOff val="10716850"/>
            <a:satOff val="-13793"/>
            <a:lumOff val="-1075"/>
            <a:alphaOff val="0"/>
          </a:schemeClr>
        </a:solidFill>
        <a:ln w="9525" cap="flat" cmpd="sng" algn="ctr">
          <a:solidFill>
            <a:schemeClr val="accent3">
              <a:tint val="40000"/>
              <a:alpha val="90000"/>
              <a:hueOff val="10716850"/>
              <a:satOff val="-13793"/>
              <a:lumOff val="-1075"/>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5750" lvl="1" indent="-285750" algn="l" defTabSz="1422400">
            <a:lnSpc>
              <a:spcPct val="90000"/>
            </a:lnSpc>
            <a:spcBef>
              <a:spcPct val="0"/>
            </a:spcBef>
            <a:spcAft>
              <a:spcPct val="15000"/>
            </a:spcAft>
            <a:buChar char="••"/>
          </a:pPr>
          <a:r>
            <a:rPr lang="el-GR" sz="3200" kern="1200">
              <a:effectLst>
                <a:outerShdw blurRad="38100" dist="38100" dir="2700000" algn="tl">
                  <a:srgbClr val="000000">
                    <a:alpha val="43137"/>
                  </a:srgbClr>
                </a:outerShdw>
              </a:effectLst>
            </a:rPr>
            <a:t>Συναντήστε τους νέους συναδέλφους σας</a:t>
          </a:r>
        </a:p>
      </dsp:txBody>
      <dsp:txXfrm rot="-5400000">
        <a:off x="1085603" y="2883296"/>
        <a:ext cx="5010287" cy="1047750"/>
      </dsp:txXfrm>
    </dsp:sp>
    <dsp:sp modelId="{F5034101-5B7D-4FE7-B47A-5A48CF39606B}">
      <dsp:nvSpPr>
        <dsp:cNvPr id="0" name=""/>
        <dsp:cNvSpPr/>
      </dsp:nvSpPr>
      <dsp:spPr>
        <a:xfrm>
          <a:off x="109" y="2752328"/>
          <a:ext cx="1085492" cy="1309687"/>
        </a:xfrm>
        <a:prstGeom prst="roundRect">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l-GR" sz="4400" kern="1200"/>
            <a:t>3</a:t>
          </a:r>
        </a:p>
      </dsp:txBody>
      <dsp:txXfrm>
        <a:off x="53098" y="2805317"/>
        <a:ext cx="979514" cy="120370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latinLnBrk="0">
              <a:defRPr lang="el-GR" sz="1200"/>
            </a:lvl1pPr>
          </a:lstStyle>
          <a:p>
            <a:endParaRPr lang="el-G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latinLnBrk="0">
              <a:defRPr lang="el-GR" sz="1200"/>
            </a:lvl1pPr>
          </a:lstStyle>
          <a:p>
            <a:fld id="{D83FDC75-7F73-4A4A-A77C-09AADF00E0EA}" type="datetimeFigureOut">
              <a:rPr lang="el-GR" smtClean="0"/>
              <a:pPr/>
              <a:t>9/1/2025</a:t>
            </a:fld>
            <a:endParaRPr lang="el-G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latinLnBrk="0">
              <a:defRPr lang="el-GR" sz="1200"/>
            </a:lvl1pPr>
          </a:lstStyle>
          <a:p>
            <a:endParaRPr lang="el-G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latinLnBrk="0">
              <a:defRPr lang="el-GR" sz="1200"/>
            </a:lvl1pPr>
          </a:lstStyle>
          <a:p>
            <a:fld id="{459226BF-1F13-42D3-80DC-373E7ADD1EBC}" type="slidenum">
              <a:rPr lang="el-GR" smtClean="0"/>
              <a:pPr/>
              <a:t>‹#›</a:t>
            </a:fld>
            <a:endParaRPr lang="el-GR" dirty="0"/>
          </a:p>
        </p:txBody>
      </p:sp>
    </p:spTree>
    <p:extLst>
      <p:ext uri="{BB962C8B-B14F-4D97-AF65-F5344CB8AC3E}">
        <p14:creationId xmlns:p14="http://schemas.microsoft.com/office/powerpoint/2010/main" val="2669337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latinLnBrk="0">
              <a:defRPr lang="el-GR" sz="1200"/>
            </a:lvl1pPr>
          </a:lstStyle>
          <a:p>
            <a:endParaRPr lang="el-G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latinLnBrk="0">
              <a:defRPr lang="el-GR" sz="1200"/>
            </a:lvl1pPr>
          </a:lstStyle>
          <a:p>
            <a:fld id="{48AEF76B-3757-4A0B-AF93-28494465C1DD}" type="datetimeFigureOut">
              <a:pPr/>
              <a:t>9/1/2025</a:t>
            </a:fld>
            <a:endParaRPr lang="el-G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l-GR"/>
              <a:t>Επεξεργασία στυλ υποδείγματος κειμένου</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latinLnBrk="0">
              <a:defRPr lang="el-GR" sz="1200"/>
            </a:lvl1pPr>
          </a:lstStyle>
          <a:p>
            <a:endParaRPr lang="el-G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latinLnBrk="0">
              <a:defRPr lang="el-GR" sz="1200"/>
            </a:lvl1pPr>
          </a:lstStyle>
          <a:p>
            <a:fld id="{75693FD4-8F83-4EF7-AC3F-0DC0388986B0}" type="slidenum">
              <a:pPr/>
              <a:t>‹#›</a:t>
            </a:fld>
            <a:endParaRPr lang="el-GR"/>
          </a:p>
        </p:txBody>
      </p:sp>
    </p:spTree>
    <p:extLst>
      <p:ext uri="{BB962C8B-B14F-4D97-AF65-F5344CB8AC3E}">
        <p14:creationId xmlns:p14="http://schemas.microsoft.com/office/powerpoint/2010/main" val="1635030857"/>
      </p:ext>
    </p:extLst>
  </p:cSld>
  <p:clrMap bg1="lt1" tx1="dk1" bg2="lt2" tx2="dk2" accent1="accent1" accent2="accent2" accent3="accent3" accent4="accent4" accent5="accent5" accent6="accent6" hlink="hlink" folHlink="folHlink"/>
  <p:notesStyle>
    <a:lvl1pPr marL="0" algn="l" defTabSz="914400" rtl="0" eaLnBrk="1" latinLnBrk="0" hangingPunct="1">
      <a:defRPr lang="el-GR" sz="1200" kern="1200">
        <a:solidFill>
          <a:schemeClr val="tx1"/>
        </a:solidFill>
        <a:latin typeface="+mn-lt"/>
        <a:ea typeface="+mn-ea"/>
        <a:cs typeface="+mn-cs"/>
      </a:defRPr>
    </a:lvl1pPr>
    <a:lvl2pPr marL="457200" algn="l" defTabSz="914400" rtl="0" eaLnBrk="1" latinLnBrk="0" hangingPunct="1">
      <a:defRPr lang="el-GR" sz="1200" kern="1200">
        <a:solidFill>
          <a:schemeClr val="tx1"/>
        </a:solidFill>
        <a:latin typeface="+mn-lt"/>
        <a:ea typeface="+mn-ea"/>
        <a:cs typeface="+mn-cs"/>
      </a:defRPr>
    </a:lvl2pPr>
    <a:lvl3pPr marL="914400" algn="l" defTabSz="914400" rtl="0" eaLnBrk="1" latinLnBrk="0" hangingPunct="1">
      <a:defRPr lang="el-GR" sz="1200" kern="1200">
        <a:solidFill>
          <a:schemeClr val="tx1"/>
        </a:solidFill>
        <a:latin typeface="+mn-lt"/>
        <a:ea typeface="+mn-ea"/>
        <a:cs typeface="+mn-cs"/>
      </a:defRPr>
    </a:lvl3pPr>
    <a:lvl4pPr marL="1371600" algn="l" defTabSz="914400" rtl="0" eaLnBrk="1" latinLnBrk="0" hangingPunct="1">
      <a:defRPr lang="el-GR" sz="1200" kern="1200">
        <a:solidFill>
          <a:schemeClr val="tx1"/>
        </a:solidFill>
        <a:latin typeface="+mn-lt"/>
        <a:ea typeface="+mn-ea"/>
        <a:cs typeface="+mn-cs"/>
      </a:defRPr>
    </a:lvl4pPr>
    <a:lvl5pPr marL="1828800" algn="l" defTabSz="914400" rtl="0" eaLnBrk="1" latinLnBrk="0" hangingPunct="1">
      <a:defRPr lang="el-GR" sz="1200" kern="1200">
        <a:solidFill>
          <a:schemeClr val="tx1"/>
        </a:solidFill>
        <a:latin typeface="+mn-lt"/>
        <a:ea typeface="+mn-ea"/>
        <a:cs typeface="+mn-cs"/>
      </a:defRPr>
    </a:lvl5pPr>
    <a:lvl6pPr marL="2286000" algn="l" defTabSz="914400" rtl="0" eaLnBrk="1" latinLnBrk="0" hangingPunct="1">
      <a:defRPr lang="el-GR" sz="1200" kern="1200">
        <a:solidFill>
          <a:schemeClr val="tx1"/>
        </a:solidFill>
        <a:latin typeface="+mn-lt"/>
        <a:ea typeface="+mn-ea"/>
        <a:cs typeface="+mn-cs"/>
      </a:defRPr>
    </a:lvl6pPr>
    <a:lvl7pPr marL="2743200" algn="l" defTabSz="914400" rtl="0" eaLnBrk="1" latinLnBrk="0" hangingPunct="1">
      <a:defRPr lang="el-GR" sz="1200" kern="1200">
        <a:solidFill>
          <a:schemeClr val="tx1"/>
        </a:solidFill>
        <a:latin typeface="+mn-lt"/>
        <a:ea typeface="+mn-ea"/>
        <a:cs typeface="+mn-cs"/>
      </a:defRPr>
    </a:lvl7pPr>
    <a:lvl8pPr marL="3200400" algn="l" defTabSz="914400" rtl="0" eaLnBrk="1" latinLnBrk="0" hangingPunct="1">
      <a:defRPr lang="el-GR" sz="1200" kern="1200">
        <a:solidFill>
          <a:schemeClr val="tx1"/>
        </a:solidFill>
        <a:latin typeface="+mn-lt"/>
        <a:ea typeface="+mn-ea"/>
        <a:cs typeface="+mn-cs"/>
      </a:defRPr>
    </a:lvl8pPr>
    <a:lvl9pPr marL="3657600" algn="l" defTabSz="914400" rtl="0" eaLnBrk="1" latinLnBrk="0" hangingPunct="1">
      <a:defRPr lang="el-G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lang="el-GR"/>
            </a:pPr>
            <a:r>
              <a:rPr lang="el-GR" dirty="0" smtClean="0"/>
              <a:t>Αυτό το πρότυπο μπορεί να χρησιμοποιηθεί ως αρχείο έναρξης για παρουσίαση εκπαιδευτικού υλικού σε μια ομάδα.</a:t>
            </a:r>
          </a:p>
          <a:p>
            <a:endParaRPr lang="el-GR" dirty="0" smtClean="0"/>
          </a:p>
          <a:p>
            <a:pPr lvl="0"/>
            <a:r>
              <a:rPr lang="el-GR" sz="1200" b="1" dirty="0" smtClean="0"/>
              <a:t>Ενότητες</a:t>
            </a:r>
            <a:endParaRPr lang="el-GR" sz="1200" b="0" dirty="0" smtClean="0"/>
          </a:p>
          <a:p>
            <a:pPr lvl="0"/>
            <a:r>
              <a:rPr lang="el-GR" sz="1200" b="0" dirty="0" smtClean="0"/>
              <a:t>Κάντε δεξιό κλικ σε μια διαφάνεια για να προσθέσετε ενότητες.</a:t>
            </a:r>
            <a:r>
              <a:rPr lang="el-GR" sz="1200" b="0" baseline="0" dirty="0" smtClean="0"/>
              <a:t> Οι ενότητες μπορούν να σας βοηθήσουν να οργανώσετε τις διαφάνειές σας ή διευκολύνουν τη συνεργασία μεταξύ πολλών συντακτών.</a:t>
            </a:r>
            <a:endParaRPr lang="el-GR" sz="1200" b="0" dirty="0" smtClean="0"/>
          </a:p>
          <a:p>
            <a:pPr lvl="0"/>
            <a:endParaRPr lang="el-GR" sz="1200" b="1" dirty="0" smtClean="0"/>
          </a:p>
          <a:p>
            <a:pPr lvl="0"/>
            <a:r>
              <a:rPr lang="el-GR" sz="1200" b="1" dirty="0" smtClean="0"/>
              <a:t>Σημειώσεις</a:t>
            </a:r>
          </a:p>
          <a:p>
            <a:pPr lvl="0"/>
            <a:r>
              <a:rPr lang="el-GR" sz="1200" dirty="0" smtClean="0"/>
              <a:t>Χρησιμοποιήστε την ενότητα Σημειώσεις για την παράδοση σημειώσεων ή για να παράσχετε πρόσθετες λεπτομέρειες για το ακροατήριο.</a:t>
            </a:r>
            <a:r>
              <a:rPr lang="el-GR" sz="1200" baseline="0" dirty="0" smtClean="0"/>
              <a:t> Προβάλλετε αυτές τις σημειώσεις σε προβολή παρουσίασης κατά τη διάρκεια της παρουσίασής σας. </a:t>
            </a:r>
          </a:p>
          <a:p>
            <a:pPr lvl="0">
              <a:buFontTx/>
              <a:buNone/>
            </a:pPr>
            <a:r>
              <a:rPr lang="el-GR" sz="1200" dirty="0" smtClean="0"/>
              <a:t>Να θυμάστε το μέγεθος γραμματοσειράς (σημαντικό για άτομα με ειδικές ανάγκες, ορατότητα, βιντεοσκόπηση και ηλεκτρονική παραγωγή)</a:t>
            </a:r>
          </a:p>
          <a:p>
            <a:pPr lvl="0"/>
            <a:endParaRPr lang="el-GR" sz="1200" dirty="0" smtClean="0"/>
          </a:p>
          <a:p>
            <a:pPr lvl="0">
              <a:buFontTx/>
              <a:buNone/>
            </a:pPr>
            <a:r>
              <a:rPr lang="el-GR" sz="1200" b="1" dirty="0" smtClean="0"/>
              <a:t>Συντονισμένα χρώματα </a:t>
            </a:r>
          </a:p>
          <a:p>
            <a:pPr lvl="0">
              <a:buFontTx/>
              <a:buNone/>
            </a:pPr>
            <a:r>
              <a:rPr lang="el-GR" sz="1200" dirty="0" smtClean="0"/>
              <a:t>Δώστε ιδιαίτερη προσοχή στα γραφήματα, τα διαγράμματα και τα πλαίσια κειμένου.</a:t>
            </a:r>
            <a:r>
              <a:rPr lang="el-GR" sz="1200" baseline="0" dirty="0" smtClean="0"/>
              <a:t> </a:t>
            </a:r>
            <a:endParaRPr lang="el-GR" sz="1200" dirty="0" smtClean="0"/>
          </a:p>
          <a:p>
            <a:pPr lvl="0"/>
            <a:r>
              <a:rPr lang="el-GR" sz="1200" dirty="0" smtClean="0"/>
              <a:t>Λάβετε υπόψη σας ότι οι συμμετέχοντες θα εκτυπώσουν σε άσπρο μαύρο ή </a:t>
            </a:r>
            <a:r>
              <a:rPr lang="el-GR" sz="1200" dirty="0" err="1" smtClean="0"/>
              <a:t>σε αποχρώσεις του γκρι</a:t>
            </a:r>
            <a:r>
              <a:rPr lang="el-GR" sz="1200" dirty="0" smtClean="0"/>
              <a:t>. Εκτελέστε μια δοκιμαστική εκτύπωση για να βεβαιωθείτε ότι τα χρώματα είναι εντάξει, όταν εκτυπώνονται σε αμιγώς ασπρόμαυρη μορφή και </a:t>
            </a:r>
            <a:r>
              <a:rPr lang="el-GR" sz="1200" dirty="0" err="1" smtClean="0"/>
              <a:t>σε αποχρώσεις του γκρι</a:t>
            </a:r>
            <a:r>
              <a:rPr lang="el-GR" sz="1200" dirty="0" smtClean="0"/>
              <a:t>.</a:t>
            </a:r>
          </a:p>
          <a:p>
            <a:pPr lvl="0">
              <a:buFontTx/>
              <a:buNone/>
            </a:pPr>
            <a:endParaRPr lang="el-GR" sz="1200" dirty="0" smtClean="0"/>
          </a:p>
          <a:p>
            <a:pPr lvl="0">
              <a:buFontTx/>
              <a:buNone/>
            </a:pPr>
            <a:r>
              <a:rPr lang="el-GR" sz="1200" b="1" dirty="0" smtClean="0"/>
              <a:t>Γραφικά, πίνακες και γραφήματα</a:t>
            </a:r>
          </a:p>
          <a:p>
            <a:pPr lvl="0"/>
            <a:r>
              <a:rPr lang="el-GR" sz="1200" dirty="0" smtClean="0"/>
              <a:t>Διατηρήστε το απλό: Εάν είναι δυνατό, χρησιμοποιήστε ενιαία στυλ και χρώματα που δεν αποσπούν την προσοχή.</a:t>
            </a:r>
          </a:p>
          <a:p>
            <a:pPr lvl="0"/>
            <a:r>
              <a:rPr lang="el-GR" sz="1200" dirty="0" smtClean="0"/>
              <a:t>Προσθέστε ετικέτες σε όλα τα γραφήματα και τους πίνακες.</a:t>
            </a:r>
          </a:p>
          <a:p>
            <a:endParaRPr lang="el-GR" dirty="0" smtClean="0"/>
          </a:p>
          <a:p>
            <a:endParaRPr lang="el-GR" dirty="0" smtClean="0"/>
          </a:p>
          <a:p>
            <a:endParaRPr lang="el-GR" dirty="0"/>
          </a:p>
        </p:txBody>
      </p:sp>
      <p:sp>
        <p:nvSpPr>
          <p:cNvPr id="4" name="Slide Number Placeholder 3"/>
          <p:cNvSpPr>
            <a:spLocks noGrp="1"/>
          </p:cNvSpPr>
          <p:nvPr>
            <p:ph type="sldNum" sz="quarter" idx="10"/>
          </p:nvPr>
        </p:nvSpPr>
        <p:spPr/>
        <p:txBody>
          <a:bodyPr/>
          <a:lstStyle/>
          <a:p>
            <a:fld id="{EC6EAC7D-5A89-47C2-8ABA-56C9C2DEF7A4}" type="slidenum">
              <a:rPr lang="el-GR" smtClean="0"/>
              <a:pPr/>
              <a:t>1</a:t>
            </a:fld>
            <a:endParaRPr lang="el-G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r>
              <a:rPr lang="el-GR" dirty="0" smtClean="0"/>
              <a:t>Πραγματοποιήστε μια σύντομη επισκόπηση της παρουσίασης.</a:t>
            </a:r>
            <a:r>
              <a:rPr lang="el-GR" baseline="0" dirty="0" smtClean="0"/>
              <a:t> Π</a:t>
            </a:r>
            <a:r>
              <a:rPr lang="el-GR" dirty="0" smtClean="0"/>
              <a:t>περιγράψτε το κύριο σημείο της παρουσίασης και το λόγο για τον οποίο είναι σημαντικό.</a:t>
            </a:r>
          </a:p>
          <a:p>
            <a:pPr>
              <a:lnSpc>
                <a:spcPct val="80000"/>
              </a:lnSpc>
            </a:pPr>
            <a:r>
              <a:rPr lang="el-GR" dirty="0" smtClean="0"/>
              <a:t>Εισαγάγετε κάθε ένα από τα κύρια θέματα.</a:t>
            </a:r>
          </a:p>
          <a:p>
            <a:r>
              <a:rPr lang="el-GR" dirty="0" smtClean="0"/>
              <a:t>Για να παρέχετε ένα χάρτη για το ακροατήριο, μπορείτε</a:t>
            </a:r>
            <a:r>
              <a:rPr lang="el-GR" baseline="0" dirty="0" smtClean="0"/>
              <a:t> να </a:t>
            </a:r>
            <a:r>
              <a:rPr lang="el-GR" dirty="0" smtClean="0"/>
              <a:t>επαναλάβετε αυτήν τη διαφάνεια επισκόπησης σε όλη την παρουσίαση, επισημαίνοντας το συγκεκριμένο θέμα που θα συζητήσετε στη συνέχεια.</a:t>
            </a:r>
          </a:p>
        </p:txBody>
      </p:sp>
      <p:sp>
        <p:nvSpPr>
          <p:cNvPr id="4" name="Slide Number Placeholder 3"/>
          <p:cNvSpPr>
            <a:spLocks noGrp="1"/>
          </p:cNvSpPr>
          <p:nvPr>
            <p:ph type="sldNum" sz="quarter" idx="10"/>
          </p:nvPr>
        </p:nvSpPr>
        <p:spPr/>
        <p:txBody>
          <a:bodyPr/>
          <a:lstStyle/>
          <a:p>
            <a:fld id="{EC6EAC7D-5A89-47C2-8ABA-56C9C2DEF7A4}" type="slidenum">
              <a:rPr lang="el-GR" smtClean="0"/>
              <a:pPr/>
              <a:t>2</a:t>
            </a:fld>
            <a:endParaRPr lang="el-G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lang="el-GR"/>
            </a:pPr>
            <a:r>
              <a:rPr lang="el-GR" sz="1200" dirty="0" smtClean="0"/>
              <a:t>Αυτή είναι μια άλλη επιλογή</a:t>
            </a:r>
            <a:r>
              <a:rPr lang="el-GR" sz="1200" baseline="0" dirty="0" smtClean="0"/>
              <a:t> για διαφάνειες επισκόπησης με μεταβάσεις.</a:t>
            </a:r>
            <a:endParaRPr lang="el-GR" sz="1200" dirty="0" smtClean="0"/>
          </a:p>
          <a:p>
            <a:endParaRPr lang="el-GR" dirty="0"/>
          </a:p>
        </p:txBody>
      </p:sp>
      <p:sp>
        <p:nvSpPr>
          <p:cNvPr id="4" name="Slide Number Placeholder 3"/>
          <p:cNvSpPr>
            <a:spLocks noGrp="1"/>
          </p:cNvSpPr>
          <p:nvPr>
            <p:ph type="sldNum" sz="quarter" idx="10"/>
          </p:nvPr>
        </p:nvSpPr>
        <p:spPr/>
        <p:txBody>
          <a:bodyPr/>
          <a:lstStyle/>
          <a:p>
            <a:fld id="{75693FD4-8F83-4EF7-AC3F-0DC0388986B0}" type="slidenum">
              <a:rPr lang="el-GR" smtClean="0"/>
              <a:pPr/>
              <a:t>3</a:t>
            </a:fld>
            <a:endParaRPr lang="el-G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75693FD4-8F83-4EF7-AC3F-0DC0388986B0}" type="slidenum">
              <a:rPr lang="el-GR" smtClean="0"/>
              <a:pPr/>
              <a:t>4</a:t>
            </a:fld>
            <a:endParaRPr lang="el-G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75693FD4-8F83-4EF7-AC3F-0DC0388986B0}" type="slidenum">
              <a:rPr lang="el-GR" smtClean="0"/>
              <a:pPr/>
              <a:t>5</a:t>
            </a:fld>
            <a:endParaRPr lang="el-G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75693FD4-8F83-4EF7-AC3F-0DC0388986B0}" type="slidenum">
              <a:rPr lang="el-GR" smtClean="0"/>
              <a:pPr/>
              <a:t>6</a:t>
            </a:fld>
            <a:endParaRPr lang="el-G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numCol="2" spcCol="182880">
            <a:noAutofit/>
          </a:bodyPr>
          <a:lstStyle/>
          <a:p>
            <a:pPr marL="228600" marR="0" indent="-228600" algn="l" defTabSz="914400" rtl="0" eaLnBrk="1" fontAlgn="auto" latinLnBrk="0" hangingPunct="1">
              <a:lnSpc>
                <a:spcPct val="100000"/>
              </a:lnSpc>
              <a:spcBef>
                <a:spcPts val="0"/>
              </a:spcBef>
              <a:spcAft>
                <a:spcPts val="0"/>
              </a:spcAft>
              <a:buClrTx/>
              <a:buSzTx/>
              <a:buFont typeface="+mj-lt"/>
              <a:buNone/>
              <a:tabLst/>
              <a:defRPr lang="el-GR"/>
            </a:pPr>
            <a:r>
              <a:rPr lang="el-GR" sz="1200" dirty="0" smtClean="0"/>
              <a:t>Αυτή είναι μια άλλη επιλογή</a:t>
            </a:r>
            <a:r>
              <a:rPr lang="el-GR" sz="1200" baseline="0" dirty="0" smtClean="0"/>
              <a:t> για μια διαφάνεια επισκόπησης.</a:t>
            </a:r>
            <a:endParaRPr lang="el-GR" sz="1200" dirty="0" smtClean="0"/>
          </a:p>
          <a:p>
            <a:pPr marL="228600" indent="-228600">
              <a:buFont typeface="+mj-lt"/>
              <a:buNone/>
            </a:pPr>
            <a:endParaRPr lang="el-GR" sz="1200" dirty="0"/>
          </a:p>
        </p:txBody>
      </p:sp>
      <p:sp>
        <p:nvSpPr>
          <p:cNvPr id="5" name="Slide Image Placeholder 4"/>
          <p:cNvSpPr>
            <a:spLocks noGrp="1" noRot="1" noChangeAspect="1"/>
          </p:cNvSpPr>
          <p:nvPr>
            <p:ph type="sldImg"/>
          </p:nvPr>
        </p:nvSpPr>
        <p:spPr>
          <a:xfrm>
            <a:off x="539750" y="503238"/>
            <a:ext cx="3143250" cy="2359025"/>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lang="el-GR"/>
            </a:pPr>
            <a:r>
              <a:rPr lang="el-GR" b="0" dirty="0" smtClean="0"/>
              <a:t>Τι</a:t>
            </a:r>
            <a:r>
              <a:rPr lang="el-GR" b="0" baseline="0" dirty="0" smtClean="0"/>
              <a:t> θα μπορεί να κάνει το κοινό αφού ολοκληρωθεί αυτή η εκπαίδευση;</a:t>
            </a:r>
            <a:r>
              <a:rPr lang="el-GR" dirty="0" smtClean="0"/>
              <a:t> Περιγράψτε σύντομα κάθε στόχο για τον τρόπο με τον οποίο το κοινό</a:t>
            </a:r>
            <a:r>
              <a:rPr lang="el-GR" baseline="0" dirty="0" smtClean="0"/>
              <a:t> </a:t>
            </a:r>
            <a:r>
              <a:rPr lang="el-GR" dirty="0" smtClean="0"/>
              <a:t>θα ωφεληθεί από αυτήν την</a:t>
            </a:r>
            <a:r>
              <a:rPr lang="el-GR" baseline="0" dirty="0" smtClean="0"/>
              <a:t> παρουσίαση.</a:t>
            </a:r>
            <a:endParaRPr lang="el-GR" dirty="0" smtClean="0"/>
          </a:p>
        </p:txBody>
      </p:sp>
      <p:sp>
        <p:nvSpPr>
          <p:cNvPr id="4" name="Slide Number Placeholder 3"/>
          <p:cNvSpPr>
            <a:spLocks noGrp="1"/>
          </p:cNvSpPr>
          <p:nvPr>
            <p:ph type="sldNum" sz="quarter" idx="10"/>
          </p:nvPr>
        </p:nvSpPr>
        <p:spPr/>
        <p:txBody>
          <a:bodyPr/>
          <a:lstStyle/>
          <a:p>
            <a:fld id="{EC6EAC7D-5A89-47C2-8ABA-56C9C2DEF7A4}" type="slidenum">
              <a:rPr lang="el-GR" smtClean="0"/>
              <a:pPr/>
              <a:t>8</a:t>
            </a:fld>
            <a:endParaRPr lang="el-G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lang="el-GR"/>
            </a:pPr>
            <a:r>
              <a:rPr lang="el-GR" dirty="0" smtClean="0"/>
              <a:t>Χρησιμοποιήστε μια κεφαλίδα ενότητας για κάθε θέμα, προκειμένου να υπάρχει σαφήνεια για το κοινό. </a:t>
            </a:r>
          </a:p>
          <a:p>
            <a:endParaRPr lang="el-GR" dirty="0"/>
          </a:p>
        </p:txBody>
      </p:sp>
      <p:sp>
        <p:nvSpPr>
          <p:cNvPr id="4" name="Slide Number Placeholder 3"/>
          <p:cNvSpPr>
            <a:spLocks noGrp="1"/>
          </p:cNvSpPr>
          <p:nvPr>
            <p:ph type="sldNum" sz="quarter" idx="10"/>
          </p:nvPr>
        </p:nvSpPr>
        <p:spPr/>
        <p:txBody>
          <a:bodyPr/>
          <a:lstStyle/>
          <a:p>
            <a:fld id="{75693FD4-8F83-4EF7-AC3F-0DC0388986B0}" type="slidenum">
              <a:rPr lang="el-GR" smtClean="0"/>
              <a:pPr/>
              <a:t>9</a:t>
            </a:fld>
            <a:endParaRPr lang="el-G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l-GR" dirty="0" smtClean="0"/>
              <a:t>Προσθήκη διαφανειών σε κάθε ενότητα θέματος εάν είναι απαραίτητο, συμπεριλαμβανομένων διαφανειών με πίνακες, γραφήματα και εικόνες. </a:t>
            </a:r>
          </a:p>
          <a:p>
            <a:r>
              <a:rPr lang="el-GR" dirty="0" smtClean="0"/>
              <a:t>Ανατρέξτε στην επόμενη ενότητα για δείγμα</a:t>
            </a:r>
            <a:r>
              <a:rPr lang="el-GR" baseline="0" dirty="0" smtClean="0"/>
              <a:t> </a:t>
            </a:r>
            <a:r>
              <a:rPr lang="el-GR" dirty="0" smtClean="0"/>
              <a:t>πίνακας,</a:t>
            </a:r>
            <a:r>
              <a:rPr lang="el-GR" baseline="0" dirty="0" smtClean="0"/>
              <a:t> διατάξεις γραφημάτων, εικόνων και βίντεο. </a:t>
            </a:r>
            <a:endParaRPr lang="el-GR" dirty="0"/>
          </a:p>
        </p:txBody>
      </p:sp>
      <p:sp>
        <p:nvSpPr>
          <p:cNvPr id="4" name="Slide Number Placeholder 3"/>
          <p:cNvSpPr>
            <a:spLocks noGrp="1"/>
          </p:cNvSpPr>
          <p:nvPr>
            <p:ph type="sldNum" sz="quarter" idx="10"/>
          </p:nvPr>
        </p:nvSpPr>
        <p:spPr/>
        <p:txBody>
          <a:bodyPr/>
          <a:lstStyle/>
          <a:p>
            <a:fld id="{EC6EAC7D-5A89-47C2-8ABA-56C9C2DEF7A4}" type="slidenum">
              <a:rPr lang="el-GR" smtClean="0"/>
              <a:pPr/>
              <a:t>10</a:t>
            </a:fld>
            <a:endParaRPr lang="el-G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l-GR" dirty="0" smtClean="0"/>
              <a:t>Κρατήστε το σύντομο. Κάντε το κείμενό σας όσο πιο σύντομο γίνεται για να διατηρήσετε μεγαλύτερο μέγεθος γραμματοσειράς.</a:t>
            </a:r>
          </a:p>
          <a:p>
            <a:endParaRPr lang="el-GR" dirty="0"/>
          </a:p>
        </p:txBody>
      </p:sp>
      <p:sp>
        <p:nvSpPr>
          <p:cNvPr id="4" name="Slide Number Placeholder 3"/>
          <p:cNvSpPr>
            <a:spLocks noGrp="1"/>
          </p:cNvSpPr>
          <p:nvPr>
            <p:ph type="sldNum" sz="quarter" idx="10"/>
          </p:nvPr>
        </p:nvSpPr>
        <p:spPr/>
        <p:txBody>
          <a:bodyPr/>
          <a:lstStyle/>
          <a:p>
            <a:fld id="{EC6EAC7D-5A89-47C2-8ABA-56C9C2DEF7A4}" type="slidenum">
              <a:rPr lang="el-GR" smtClean="0"/>
              <a:pPr/>
              <a:t>11</a:t>
            </a:fld>
            <a:endParaRPr lang="el-G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3"/>
          <p:cNvSpPr>
            <a:spLocks noGrp="1" noChangeArrowheads="1"/>
          </p:cNvSpPr>
          <p:nvPr>
            <p:ph type="hdr" sz="quarter"/>
          </p:nvPr>
        </p:nvSpPr>
        <p:spPr>
          <a:noFill/>
        </p:spPr>
        <p:txBody>
          <a:bodyPr/>
          <a:lstStyle/>
          <a:p>
            <a:r>
              <a:rPr lang="el-GR" smtClean="0"/>
              <a:t>Microsoft </a:t>
            </a:r>
            <a:r>
              <a:rPr lang="el-GR" b="1" smtClean="0"/>
              <a:t>Διάκριση μηχανικής</a:t>
            </a:r>
            <a:endParaRPr lang="el-GR" smtClean="0"/>
          </a:p>
        </p:txBody>
      </p:sp>
      <p:sp>
        <p:nvSpPr>
          <p:cNvPr id="46083" name="Rectangle 25"/>
          <p:cNvSpPr>
            <a:spLocks noGrp="1" noChangeArrowheads="1"/>
          </p:cNvSpPr>
          <p:nvPr>
            <p:ph type="ftr" sz="quarter" idx="4"/>
          </p:nvPr>
        </p:nvSpPr>
        <p:spPr>
          <a:noFill/>
        </p:spPr>
        <p:txBody>
          <a:bodyPr/>
          <a:lstStyle/>
          <a:p>
            <a:r>
              <a:rPr lang="el-GR" smtClean="0"/>
              <a:t>Εμπιστευτικές πληροφορίες Microsoft</a:t>
            </a:r>
          </a:p>
        </p:txBody>
      </p:sp>
      <p:sp>
        <p:nvSpPr>
          <p:cNvPr id="46084" name="Rectangle 26"/>
          <p:cNvSpPr>
            <a:spLocks noGrp="1" noChangeArrowheads="1"/>
          </p:cNvSpPr>
          <p:nvPr>
            <p:ph type="sldNum" sz="quarter" idx="5"/>
          </p:nvPr>
        </p:nvSpPr>
        <p:spPr>
          <a:noFill/>
        </p:spPr>
        <p:txBody>
          <a:bodyPr/>
          <a:lstStyle/>
          <a:p>
            <a:fld id="{F2C51ECC-86A3-4073-ADEB-F5E3C216F85C}" type="slidenum">
              <a:rPr lang="el-GR" smtClean="0"/>
              <a:pPr/>
              <a:t>12</a:t>
            </a:fld>
            <a:endParaRPr lang="el-GR" smtClean="0"/>
          </a:p>
        </p:txBody>
      </p:sp>
      <p:sp>
        <p:nvSpPr>
          <p:cNvPr id="46085" name="Rectangle 2"/>
          <p:cNvSpPr>
            <a:spLocks noGrp="1" noRot="1" noChangeAspect="1" noChangeArrowheads="1" noTextEdit="1"/>
          </p:cNvSpPr>
          <p:nvPr>
            <p:ph type="sldImg"/>
          </p:nvPr>
        </p:nvSpPr>
        <p:spPr>
          <a:xfrm>
            <a:off x="1143000" y="450850"/>
            <a:ext cx="4572000" cy="3429000"/>
          </a:xfrm>
          <a:ln/>
        </p:spPr>
      </p:sp>
      <p:sp>
        <p:nvSpPr>
          <p:cNvPr id="46086" name="Rectangle 3"/>
          <p:cNvSpPr>
            <a:spLocks noGrp="1" noChangeArrowheads="1"/>
          </p:cNvSpPr>
          <p:nvPr>
            <p:ph type="body" idx="1"/>
          </p:nvPr>
        </p:nvSpPr>
        <p:spPr>
          <a:xfrm>
            <a:off x="307492" y="4130103"/>
            <a:ext cx="6261652" cy="4593861"/>
          </a:xfrm>
          <a:noFill/>
          <a:ln/>
        </p:spPr>
        <p:txBody>
          <a:bodyPr/>
          <a:lstStyle/>
          <a:p>
            <a:endParaRPr lang="el-GR"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3"/>
          <p:cNvSpPr>
            <a:spLocks noGrp="1" noChangeArrowheads="1"/>
          </p:cNvSpPr>
          <p:nvPr>
            <p:ph type="hdr" sz="quarter"/>
          </p:nvPr>
        </p:nvSpPr>
        <p:spPr>
          <a:noFill/>
        </p:spPr>
        <p:txBody>
          <a:bodyPr/>
          <a:lstStyle/>
          <a:p>
            <a:r>
              <a:rPr lang="el-GR" smtClean="0"/>
              <a:t>Microsoft </a:t>
            </a:r>
            <a:r>
              <a:rPr lang="el-GR" b="1" smtClean="0"/>
              <a:t>Διάκριση μηχανικής</a:t>
            </a:r>
            <a:endParaRPr lang="el-GR" smtClean="0"/>
          </a:p>
        </p:txBody>
      </p:sp>
      <p:sp>
        <p:nvSpPr>
          <p:cNvPr id="47107" name="Rectangle 25"/>
          <p:cNvSpPr>
            <a:spLocks noGrp="1" noChangeArrowheads="1"/>
          </p:cNvSpPr>
          <p:nvPr>
            <p:ph type="ftr" sz="quarter" idx="4"/>
          </p:nvPr>
        </p:nvSpPr>
        <p:spPr>
          <a:noFill/>
        </p:spPr>
        <p:txBody>
          <a:bodyPr/>
          <a:lstStyle/>
          <a:p>
            <a:r>
              <a:rPr lang="el-GR" smtClean="0"/>
              <a:t>Εμπιστευτικές πληροφορίες Microsoft</a:t>
            </a:r>
          </a:p>
        </p:txBody>
      </p:sp>
      <p:sp>
        <p:nvSpPr>
          <p:cNvPr id="47108" name="Rectangle 26"/>
          <p:cNvSpPr>
            <a:spLocks noGrp="1" noChangeArrowheads="1"/>
          </p:cNvSpPr>
          <p:nvPr>
            <p:ph type="sldNum" sz="quarter" idx="5"/>
          </p:nvPr>
        </p:nvSpPr>
        <p:spPr>
          <a:noFill/>
        </p:spPr>
        <p:txBody>
          <a:bodyPr/>
          <a:lstStyle/>
          <a:p>
            <a:fld id="{ED19570C-A909-40C0-B9F8-7AD3BA2C3C56}" type="slidenum">
              <a:rPr lang="el-GR" smtClean="0"/>
              <a:pPr/>
              <a:t>13</a:t>
            </a:fld>
            <a:endParaRPr lang="el-GR" smtClean="0"/>
          </a:p>
        </p:txBody>
      </p:sp>
      <p:sp>
        <p:nvSpPr>
          <p:cNvPr id="47109" name="Rectangle 2"/>
          <p:cNvSpPr>
            <a:spLocks noGrp="1" noRot="1" noChangeAspect="1" noChangeArrowheads="1" noTextEdit="1"/>
          </p:cNvSpPr>
          <p:nvPr>
            <p:ph type="sldImg"/>
          </p:nvPr>
        </p:nvSpPr>
        <p:spPr>
          <a:xfrm>
            <a:off x="1143000" y="450850"/>
            <a:ext cx="4572000" cy="3429000"/>
          </a:xfrm>
          <a:ln/>
        </p:spPr>
      </p:sp>
      <p:sp>
        <p:nvSpPr>
          <p:cNvPr id="47110" name="Rectangle 3"/>
          <p:cNvSpPr>
            <a:spLocks noGrp="1" noChangeArrowheads="1"/>
          </p:cNvSpPr>
          <p:nvPr>
            <p:ph type="body" idx="1"/>
          </p:nvPr>
        </p:nvSpPr>
        <p:spPr>
          <a:xfrm>
            <a:off x="307492" y="4130103"/>
            <a:ext cx="6261652" cy="4593861"/>
          </a:xfrm>
          <a:noFill/>
          <a:ln/>
        </p:spPr>
        <p:txBody>
          <a:bodyPr/>
          <a:lstStyle/>
          <a:p>
            <a:pPr marL="0" marR="0" indent="0" algn="l" defTabSz="914400" rtl="0" eaLnBrk="1" fontAlgn="auto" latinLnBrk="0" hangingPunct="1">
              <a:lnSpc>
                <a:spcPct val="80000"/>
              </a:lnSpc>
              <a:spcBef>
                <a:spcPts val="0"/>
              </a:spcBef>
              <a:spcAft>
                <a:spcPts val="0"/>
              </a:spcAft>
              <a:buClrTx/>
              <a:buSzTx/>
              <a:buFontTx/>
              <a:buNone/>
              <a:tabLst/>
              <a:defRPr lang="el-GR"/>
            </a:pPr>
            <a:r>
              <a:rPr lang="el-GR" dirty="0" smtClean="0"/>
              <a:t>εάν υπάρχει σχετικό</a:t>
            </a:r>
            <a:r>
              <a:rPr lang="el-GR" baseline="0" dirty="0" smtClean="0"/>
              <a:t> περιεχόμενο βίντεο, όπως ένα βίντεο περιπτωσιολογικής μελέτης, επίδειξη ενός προϊόντος ή άλλα εκπαιδευτικά υλικά, συμπεριλάβετέ το και αυτό στην παρουσίαση. </a:t>
            </a:r>
            <a:endParaRPr lang="el-GR" dirty="0" smtClean="0"/>
          </a:p>
          <a:p>
            <a:pPr>
              <a:lnSpc>
                <a:spcPct val="80000"/>
              </a:lnSpc>
              <a:buFontTx/>
              <a:buNone/>
            </a:pPr>
            <a:endParaRPr lang="el-GR"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smtClean="0"/>
              <a:t>Προσθέστε μια περιπτωσιολογική μελέτης ή</a:t>
            </a:r>
            <a:r>
              <a:rPr lang="el-GR" baseline="0" dirty="0" smtClean="0"/>
              <a:t> προσομοίωση τάξης για να ενθαρρύνετε τη συζήτηση και να εφαρμόσετε τα μαθήματα. </a:t>
            </a:r>
            <a:endParaRPr lang="el-GR" dirty="0"/>
          </a:p>
        </p:txBody>
      </p:sp>
      <p:sp>
        <p:nvSpPr>
          <p:cNvPr id="4" name="Slide Number Placeholder 3"/>
          <p:cNvSpPr>
            <a:spLocks noGrp="1"/>
          </p:cNvSpPr>
          <p:nvPr>
            <p:ph type="sldNum" sz="quarter" idx="10"/>
          </p:nvPr>
        </p:nvSpPr>
        <p:spPr/>
        <p:txBody>
          <a:bodyPr/>
          <a:lstStyle/>
          <a:p>
            <a:fld id="{75693FD4-8F83-4EF7-AC3F-0DC0388986B0}" type="slidenum">
              <a:rPr lang="el-GR" smtClean="0"/>
              <a:pPr/>
              <a:t>14</a:t>
            </a:fld>
            <a:endParaRPr lang="el-G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smtClean="0"/>
              <a:t>Συζήτηση</a:t>
            </a:r>
            <a:r>
              <a:rPr lang="el-GR" baseline="0" dirty="0" smtClean="0"/>
              <a:t> τα αποτελέσματα της περιπτωσιολογικής μελέτης ή της προσομοίωσης τάξης.</a:t>
            </a:r>
          </a:p>
          <a:p>
            <a:r>
              <a:rPr lang="el-GR" baseline="0" dirty="0" smtClean="0"/>
              <a:t>Καλύψτε τις βέλτιστες πρακτικές. </a:t>
            </a:r>
            <a:endParaRPr lang="el-GR" dirty="0"/>
          </a:p>
        </p:txBody>
      </p:sp>
      <p:sp>
        <p:nvSpPr>
          <p:cNvPr id="4" name="Slide Number Placeholder 3"/>
          <p:cNvSpPr>
            <a:spLocks noGrp="1"/>
          </p:cNvSpPr>
          <p:nvPr>
            <p:ph type="sldNum" sz="quarter" idx="10"/>
          </p:nvPr>
        </p:nvSpPr>
        <p:spPr/>
        <p:txBody>
          <a:bodyPr/>
          <a:lstStyle/>
          <a:p>
            <a:fld id="{75693FD4-8F83-4EF7-AC3F-0DC0388986B0}" type="slidenum">
              <a:rPr lang="el-GR" smtClean="0"/>
              <a:pPr/>
              <a:t>15</a:t>
            </a:fld>
            <a:endParaRPr lang="el-G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l-GR" dirty="0" smtClean="0"/>
              <a:t>Συνοψίστε το περιεχόμενο παρουσίασης, επαναλαμβάνοντας τα σημαντικά σημεία από τα μαθήματα.</a:t>
            </a:r>
          </a:p>
          <a:p>
            <a:r>
              <a:rPr lang="el-GR" dirty="0" smtClean="0"/>
              <a:t>Τι θέλετε να θυμάται το κοινό όταν τελειώσει η παρουσίασή σας;</a:t>
            </a:r>
          </a:p>
          <a:p>
            <a:endParaRPr lang="el-GR" dirty="0" smtClean="0"/>
          </a:p>
          <a:p>
            <a:r>
              <a:rPr lang="el-GR" dirty="0" smtClean="0"/>
              <a:t>Αποθηκεύστε την παρουσίασή σας σε ένα βίντεο για εύκολη διανομή (Για να δημιουργήσετε ένα βίντεο, κάντε κλικ στην καρτέλα Αρχείο και στη συνέχεια κάντε κλικ στην επιλογή Κοινή χρήση. Στην ενότητα Τύποι αρχείων, κάντε κλικ στην επιλογή Δημιουργία βίντεο.)</a:t>
            </a:r>
            <a:endParaRPr lang="el-GR" dirty="0"/>
          </a:p>
        </p:txBody>
      </p:sp>
      <p:sp>
        <p:nvSpPr>
          <p:cNvPr id="4" name="Slide Number Placeholder 3"/>
          <p:cNvSpPr>
            <a:spLocks noGrp="1"/>
          </p:cNvSpPr>
          <p:nvPr>
            <p:ph type="sldNum" sz="quarter" idx="10"/>
          </p:nvPr>
        </p:nvSpPr>
        <p:spPr/>
        <p:txBody>
          <a:bodyPr/>
          <a:lstStyle/>
          <a:p>
            <a:fld id="{EC6EAC7D-5A89-47C2-8ABA-56C9C2DEF7A4}" type="slidenum">
              <a:rPr lang="el-GR" smtClean="0"/>
              <a:pPr/>
              <a:t>16</a:t>
            </a:fld>
            <a:endParaRPr lang="el-G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3"/>
          <p:cNvSpPr>
            <a:spLocks noGrp="1" noChangeArrowheads="1"/>
          </p:cNvSpPr>
          <p:nvPr>
            <p:ph type="hdr" sz="quarter"/>
          </p:nvPr>
        </p:nvSpPr>
        <p:spPr>
          <a:noFill/>
        </p:spPr>
        <p:txBody>
          <a:bodyPr/>
          <a:lstStyle/>
          <a:p>
            <a:r>
              <a:rPr lang="el-GR" dirty="0" smtClean="0"/>
              <a:t>Microsoft </a:t>
            </a:r>
            <a:r>
              <a:rPr lang="el-GR" b="1" dirty="0" smtClean="0"/>
              <a:t>Διάκριση μηχανικής</a:t>
            </a:r>
            <a:endParaRPr lang="el-GR" dirty="0" smtClean="0"/>
          </a:p>
        </p:txBody>
      </p:sp>
      <p:sp>
        <p:nvSpPr>
          <p:cNvPr id="40963" name="Rectangle 25"/>
          <p:cNvSpPr>
            <a:spLocks noGrp="1" noChangeArrowheads="1"/>
          </p:cNvSpPr>
          <p:nvPr>
            <p:ph type="ftr" sz="quarter" idx="4"/>
          </p:nvPr>
        </p:nvSpPr>
        <p:spPr>
          <a:noFill/>
        </p:spPr>
        <p:txBody>
          <a:bodyPr/>
          <a:lstStyle/>
          <a:p>
            <a:r>
              <a:rPr lang="el-GR" dirty="0" smtClean="0"/>
              <a:t>Εμπιστευτικές πληροφορίες Microsoft</a:t>
            </a:r>
          </a:p>
        </p:txBody>
      </p:sp>
      <p:sp>
        <p:nvSpPr>
          <p:cNvPr id="40964" name="Rectangle 26"/>
          <p:cNvSpPr>
            <a:spLocks noGrp="1" noChangeArrowheads="1"/>
          </p:cNvSpPr>
          <p:nvPr>
            <p:ph type="sldNum" sz="quarter" idx="5"/>
          </p:nvPr>
        </p:nvSpPr>
        <p:spPr>
          <a:noFill/>
        </p:spPr>
        <p:txBody>
          <a:bodyPr/>
          <a:lstStyle/>
          <a:p>
            <a:fld id="{85CEDE57-F8FE-4B43-B511-2E9F76624F74}" type="slidenum">
              <a:rPr lang="el-GR" smtClean="0"/>
              <a:pPr/>
              <a:t>17</a:t>
            </a:fld>
            <a:endParaRPr lang="el-GR" dirty="0" smtClean="0"/>
          </a:p>
        </p:txBody>
      </p:sp>
      <p:sp>
        <p:nvSpPr>
          <p:cNvPr id="40965" name="Rectangle 2"/>
          <p:cNvSpPr>
            <a:spLocks noGrp="1" noRot="1" noChangeAspect="1" noChangeArrowheads="1" noTextEdit="1"/>
          </p:cNvSpPr>
          <p:nvPr>
            <p:ph type="sldImg"/>
          </p:nvPr>
        </p:nvSpPr>
        <p:spPr>
          <a:xfrm>
            <a:off x="1157288" y="449263"/>
            <a:ext cx="4541837" cy="3408362"/>
          </a:xfrm>
          <a:ln/>
        </p:spPr>
      </p:sp>
      <p:sp>
        <p:nvSpPr>
          <p:cNvPr id="40966" name="Rectangle 3"/>
          <p:cNvSpPr>
            <a:spLocks noGrp="1" noChangeArrowheads="1"/>
          </p:cNvSpPr>
          <p:nvPr>
            <p:ph type="body" idx="1"/>
          </p:nvPr>
        </p:nvSpPr>
        <p:spPr>
          <a:xfrm>
            <a:off x="307492" y="4139472"/>
            <a:ext cx="6261652" cy="4593861"/>
          </a:xfrm>
          <a:noFill/>
          <a:ln/>
        </p:spPr>
        <p:txBody>
          <a:bodyPr/>
          <a:lstStyle/>
          <a:p>
            <a:pPr>
              <a:buFontTx/>
              <a:buNone/>
            </a:pPr>
            <a:endParaRPr lang="el-GR"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3"/>
          <p:cNvSpPr>
            <a:spLocks noGrp="1" noChangeArrowheads="1"/>
          </p:cNvSpPr>
          <p:nvPr>
            <p:ph type="hdr" sz="quarter"/>
          </p:nvPr>
        </p:nvSpPr>
        <p:spPr>
          <a:noFill/>
        </p:spPr>
        <p:txBody>
          <a:bodyPr/>
          <a:lstStyle/>
          <a:p>
            <a:r>
              <a:rPr lang="el-GR" dirty="0" smtClean="0"/>
              <a:t>Microsoft </a:t>
            </a:r>
            <a:r>
              <a:rPr lang="el-GR" b="1" dirty="0" smtClean="0"/>
              <a:t>Διάκριση μηχανικής</a:t>
            </a:r>
            <a:endParaRPr lang="el-GR" dirty="0" smtClean="0"/>
          </a:p>
        </p:txBody>
      </p:sp>
      <p:sp>
        <p:nvSpPr>
          <p:cNvPr id="41987" name="Rectangle 25"/>
          <p:cNvSpPr>
            <a:spLocks noGrp="1" noChangeArrowheads="1"/>
          </p:cNvSpPr>
          <p:nvPr>
            <p:ph type="ftr" sz="quarter" idx="4"/>
          </p:nvPr>
        </p:nvSpPr>
        <p:spPr>
          <a:noFill/>
        </p:spPr>
        <p:txBody>
          <a:bodyPr/>
          <a:lstStyle/>
          <a:p>
            <a:r>
              <a:rPr lang="el-GR" dirty="0" smtClean="0"/>
              <a:t>Εμπιστευτικές πληροφορίες Microsoft</a:t>
            </a:r>
          </a:p>
        </p:txBody>
      </p:sp>
      <p:sp>
        <p:nvSpPr>
          <p:cNvPr id="41988" name="Rectangle 26"/>
          <p:cNvSpPr>
            <a:spLocks noGrp="1" noChangeArrowheads="1"/>
          </p:cNvSpPr>
          <p:nvPr>
            <p:ph type="sldNum" sz="quarter" idx="5"/>
          </p:nvPr>
        </p:nvSpPr>
        <p:spPr>
          <a:noFill/>
        </p:spPr>
        <p:txBody>
          <a:bodyPr/>
          <a:lstStyle/>
          <a:p>
            <a:fld id="{B2B44A5F-6CE4-493C-A0D7-6834FF76660C}" type="slidenum">
              <a:rPr lang="el-GR" smtClean="0"/>
              <a:pPr/>
              <a:t>18</a:t>
            </a:fld>
            <a:endParaRPr lang="el-GR" dirty="0" smtClean="0"/>
          </a:p>
        </p:txBody>
      </p:sp>
      <p:sp>
        <p:nvSpPr>
          <p:cNvPr id="41989" name="Rectangle 2"/>
          <p:cNvSpPr>
            <a:spLocks noGrp="1" noRot="1" noChangeAspect="1" noChangeArrowheads="1" noTextEdit="1"/>
          </p:cNvSpPr>
          <p:nvPr>
            <p:ph type="sldImg"/>
          </p:nvPr>
        </p:nvSpPr>
        <p:spPr>
          <a:xfrm>
            <a:off x="1143000" y="450850"/>
            <a:ext cx="4572000" cy="3429000"/>
          </a:xfrm>
          <a:ln/>
        </p:spPr>
      </p:sp>
      <p:sp>
        <p:nvSpPr>
          <p:cNvPr id="41990" name="Rectangle 3"/>
          <p:cNvSpPr>
            <a:spLocks noGrp="1" noChangeArrowheads="1"/>
          </p:cNvSpPr>
          <p:nvPr>
            <p:ph type="body" idx="1"/>
          </p:nvPr>
        </p:nvSpPr>
        <p:spPr>
          <a:xfrm>
            <a:off x="307492" y="4130104"/>
            <a:ext cx="6261652" cy="4554823"/>
          </a:xfrm>
          <a:noFill/>
          <a:ln/>
        </p:spPr>
        <p:txBody>
          <a:bodyPr/>
          <a:lstStyle/>
          <a:p>
            <a:pPr>
              <a:buFontTx/>
              <a:buNone/>
            </a:pPr>
            <a:endParaRPr lang="el-GR"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3"/>
          <p:cNvSpPr>
            <a:spLocks noGrp="1" noChangeArrowheads="1"/>
          </p:cNvSpPr>
          <p:nvPr>
            <p:ph type="hdr" sz="quarter"/>
          </p:nvPr>
        </p:nvSpPr>
        <p:spPr>
          <a:noFill/>
        </p:spPr>
        <p:txBody>
          <a:bodyPr/>
          <a:lstStyle/>
          <a:p>
            <a:r>
              <a:rPr lang="el-GR" dirty="0" smtClean="0"/>
              <a:t>Microsoft </a:t>
            </a:r>
            <a:r>
              <a:rPr lang="el-GR" b="1" dirty="0" smtClean="0"/>
              <a:t>Διάκριση μηχανικής</a:t>
            </a:r>
            <a:endParaRPr lang="el-GR" dirty="0" smtClean="0"/>
          </a:p>
        </p:txBody>
      </p:sp>
      <p:sp>
        <p:nvSpPr>
          <p:cNvPr id="43011" name="Rectangle 25"/>
          <p:cNvSpPr>
            <a:spLocks noGrp="1" noChangeArrowheads="1"/>
          </p:cNvSpPr>
          <p:nvPr>
            <p:ph type="ftr" sz="quarter" idx="4"/>
          </p:nvPr>
        </p:nvSpPr>
        <p:spPr>
          <a:noFill/>
        </p:spPr>
        <p:txBody>
          <a:bodyPr/>
          <a:lstStyle/>
          <a:p>
            <a:r>
              <a:rPr lang="el-GR" dirty="0" smtClean="0"/>
              <a:t>Εμπιστευτικές πληροφορίες Microsoft</a:t>
            </a:r>
          </a:p>
        </p:txBody>
      </p:sp>
      <p:sp>
        <p:nvSpPr>
          <p:cNvPr id="43012" name="Rectangle 26"/>
          <p:cNvSpPr>
            <a:spLocks noGrp="1" noChangeArrowheads="1"/>
          </p:cNvSpPr>
          <p:nvPr>
            <p:ph type="sldNum" sz="quarter" idx="5"/>
          </p:nvPr>
        </p:nvSpPr>
        <p:spPr>
          <a:noFill/>
        </p:spPr>
        <p:txBody>
          <a:bodyPr/>
          <a:lstStyle/>
          <a:p>
            <a:fld id="{B5FF76F4-FC11-42FE-9D94-04E3E6D16C06}" type="slidenum">
              <a:rPr lang="el-GR" smtClean="0"/>
              <a:pPr/>
              <a:t>19</a:t>
            </a:fld>
            <a:endParaRPr lang="el-GR" dirty="0" smtClean="0"/>
          </a:p>
        </p:txBody>
      </p:sp>
      <p:sp>
        <p:nvSpPr>
          <p:cNvPr id="43013" name="Rectangle 2"/>
          <p:cNvSpPr>
            <a:spLocks noGrp="1" noRot="1" noChangeAspect="1" noChangeArrowheads="1" noTextEdit="1"/>
          </p:cNvSpPr>
          <p:nvPr>
            <p:ph type="sldImg"/>
          </p:nvPr>
        </p:nvSpPr>
        <p:spPr>
          <a:xfrm>
            <a:off x="1143000" y="450850"/>
            <a:ext cx="4572000" cy="3429000"/>
          </a:xfrm>
          <a:ln/>
        </p:spPr>
      </p:sp>
      <p:sp>
        <p:nvSpPr>
          <p:cNvPr id="43014" name="Rectangle 3"/>
          <p:cNvSpPr>
            <a:spLocks noGrp="1" noChangeArrowheads="1"/>
          </p:cNvSpPr>
          <p:nvPr>
            <p:ph type="body" idx="1"/>
          </p:nvPr>
        </p:nvSpPr>
        <p:spPr>
          <a:xfrm>
            <a:off x="307492" y="4130103"/>
            <a:ext cx="6261652" cy="4603230"/>
          </a:xfrm>
          <a:noFill/>
          <a:ln/>
        </p:spPr>
        <p:txBody>
          <a:bodyPr/>
          <a:lstStyle/>
          <a:p>
            <a:r>
              <a:rPr lang="el-GR" dirty="0" smtClean="0"/>
              <a:t>Η παρουσίασή σας είναι αρκετά σαφής; Σκεφθείτε να μετακινήσετε επιπλέον περιεχόμενο στο παράρτημα.</a:t>
            </a:r>
          </a:p>
          <a:p>
            <a:r>
              <a:rPr lang="el-GR" dirty="0" smtClean="0"/>
              <a:t>Χρησιμοποιήστε διαφάνειες παραρτήματος για να αποθηκεύσετε περιεχόμενο στο οποίο ίσως θέλετε να αναφερθείτε κατά την προβολή της διαφάνειας με την ερώτηση ή το οποίο μπορεί να είναι χρήσιμο για μελλοντική διερεύνηση από τους συμμετέχοντες.</a:t>
            </a:r>
          </a:p>
          <a:p>
            <a:pPr>
              <a:buFontTx/>
              <a:buNone/>
            </a:pPr>
            <a:endParaRPr lang="el-GR" dirty="0" smtClean="0"/>
          </a:p>
          <a:p>
            <a:endParaRPr lang="el-GR" dirty="0" smtClean="0"/>
          </a:p>
          <a:p>
            <a:endParaRPr lang="el-GR" dirty="0" smtClean="0"/>
          </a:p>
          <a:p>
            <a:endParaRPr lang="el-GR" dirty="0"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Διαφάνεια τίτλου">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2" name="Title 1"/>
          <p:cNvSpPr>
            <a:spLocks noGrp="1"/>
          </p:cNvSpPr>
          <p:nvPr>
            <p:ph type="ctrTitle" hasCustomPrompt="1"/>
          </p:nvPr>
        </p:nvSpPr>
        <p:spPr>
          <a:xfrm>
            <a:off x="2590800" y="2286000"/>
            <a:ext cx="6180224" cy="1470025"/>
          </a:xfrm>
        </p:spPr>
        <p:txBody>
          <a:bodyPr anchor="t"/>
          <a:lstStyle>
            <a:lvl1pPr algn="r" eaLnBrk="1" latinLnBrk="0" hangingPunct="1">
              <a:defRPr kumimoji="0" lang="el-GR" b="1" cap="small" baseline="0">
                <a:solidFill>
                  <a:srgbClr val="003300"/>
                </a:solidFill>
              </a:defRPr>
            </a:lvl1pPr>
          </a:lstStyle>
          <a:p>
            <a:r>
              <a:rPr kumimoji="0" lang="el-GR"/>
              <a:t>Κάντε κλικ για επεξεργασία του στυλ του τίτλου</a:t>
            </a:r>
          </a:p>
        </p:txBody>
      </p:sp>
      <p:sp>
        <p:nvSpPr>
          <p:cNvPr id="3" name="Subtitle 2"/>
          <p:cNvSpPr>
            <a:spLocks noGrp="1"/>
          </p:cNvSpPr>
          <p:nvPr>
            <p:ph type="subTitle" idx="1"/>
          </p:nvPr>
        </p:nvSpPr>
        <p:spPr>
          <a:xfrm>
            <a:off x="3962400" y="4038600"/>
            <a:ext cx="4772528" cy="990600"/>
          </a:xfrm>
        </p:spPr>
        <p:txBody>
          <a:bodyPr>
            <a:normAutofit/>
          </a:bodyPr>
          <a:lstStyle>
            <a:lvl1pPr marL="0" indent="0" algn="r" eaLnBrk="1" latinLnBrk="0" hangingPunct="1">
              <a:buNone/>
              <a:defRPr kumimoji="0" lang="el-GR" sz="2000" b="0">
                <a:solidFill>
                  <a:schemeClr val="tx1"/>
                </a:solidFill>
                <a:latin typeface="Georgia" pitchFamily="18" charset="0"/>
              </a:defRPr>
            </a:lvl1pPr>
            <a:lvl2pPr marL="457200" indent="0" algn="ctr" eaLnBrk="1" latinLnBrk="0" hangingPunct="1">
              <a:buNone/>
              <a:defRPr kumimoji="0" lang="el-GR">
                <a:solidFill>
                  <a:schemeClr val="tx1">
                    <a:tint val="75000"/>
                  </a:schemeClr>
                </a:solidFill>
              </a:defRPr>
            </a:lvl2pPr>
            <a:lvl3pPr marL="914400" indent="0" algn="ctr" eaLnBrk="1" latinLnBrk="0" hangingPunct="1">
              <a:buNone/>
              <a:defRPr kumimoji="0" lang="el-GR">
                <a:solidFill>
                  <a:schemeClr val="tx1">
                    <a:tint val="75000"/>
                  </a:schemeClr>
                </a:solidFill>
              </a:defRPr>
            </a:lvl3pPr>
            <a:lvl4pPr marL="1371600" indent="0" algn="ctr" eaLnBrk="1" latinLnBrk="0" hangingPunct="1">
              <a:buNone/>
              <a:defRPr kumimoji="0" lang="el-GR">
                <a:solidFill>
                  <a:schemeClr val="tx1">
                    <a:tint val="75000"/>
                  </a:schemeClr>
                </a:solidFill>
              </a:defRPr>
            </a:lvl4pPr>
            <a:lvl5pPr marL="1828800" indent="0" algn="ctr" eaLnBrk="1" latinLnBrk="0" hangingPunct="1">
              <a:buNone/>
              <a:defRPr kumimoji="0" lang="el-GR">
                <a:solidFill>
                  <a:schemeClr val="tx1">
                    <a:tint val="75000"/>
                  </a:schemeClr>
                </a:solidFill>
              </a:defRPr>
            </a:lvl5pPr>
            <a:lvl6pPr marL="2286000" indent="0" algn="ctr" eaLnBrk="1" latinLnBrk="0" hangingPunct="1">
              <a:buNone/>
              <a:defRPr kumimoji="0" lang="el-GR">
                <a:solidFill>
                  <a:schemeClr val="tx1">
                    <a:tint val="75000"/>
                  </a:schemeClr>
                </a:solidFill>
              </a:defRPr>
            </a:lvl6pPr>
            <a:lvl7pPr marL="2743200" indent="0" algn="ctr" eaLnBrk="1" latinLnBrk="0" hangingPunct="1">
              <a:buNone/>
              <a:defRPr kumimoji="0" lang="el-GR">
                <a:solidFill>
                  <a:schemeClr val="tx1">
                    <a:tint val="75000"/>
                  </a:schemeClr>
                </a:solidFill>
              </a:defRPr>
            </a:lvl7pPr>
            <a:lvl8pPr marL="3200400" indent="0" algn="ctr" eaLnBrk="1" latinLnBrk="0" hangingPunct="1">
              <a:buNone/>
              <a:defRPr kumimoji="0" lang="el-GR">
                <a:solidFill>
                  <a:schemeClr val="tx1">
                    <a:tint val="75000"/>
                  </a:schemeClr>
                </a:solidFill>
              </a:defRPr>
            </a:lvl8pPr>
            <a:lvl9pPr marL="3657600" indent="0" algn="ctr" eaLnBrk="1" latinLnBrk="0" hangingPunct="1">
              <a:buNone/>
              <a:defRPr kumimoji="0" lang="el-GR">
                <a:solidFill>
                  <a:schemeClr val="tx1">
                    <a:tint val="75000"/>
                  </a:schemeClr>
                </a:solidFill>
              </a:defRPr>
            </a:lvl9pPr>
          </a:lstStyle>
          <a:p>
            <a:pPr eaLnBrk="1" latinLnBrk="0" hangingPunct="1"/>
            <a:r>
              <a:rPr lang="el-GR" smtClean="0"/>
              <a:t>Στυλ κύριου υπότιτλου</a:t>
            </a:r>
            <a:endParaRPr/>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251"/>
            <a:ext cx="3721618" cy="6858000"/>
          </a:xfrm>
          <a:prstGeom prst="rect">
            <a:avLst/>
          </a:prstGeom>
        </p:spPr>
      </p:pic>
      <p:sp>
        <p:nvSpPr>
          <p:cNvPr id="10" name="Picture Placeholder 9"/>
          <p:cNvSpPr>
            <a:spLocks noGrp="1"/>
          </p:cNvSpPr>
          <p:nvPr>
            <p:ph type="pic" sz="quarter" idx="13" hasCustomPrompt="1"/>
          </p:nvPr>
        </p:nvSpPr>
        <p:spPr>
          <a:xfrm>
            <a:off x="6858000" y="5105400"/>
            <a:ext cx="1828800" cy="990600"/>
          </a:xfrm>
        </p:spPr>
        <p:txBody>
          <a:bodyPr>
            <a:normAutofit/>
          </a:bodyPr>
          <a:lstStyle>
            <a:lvl1pPr marL="0" indent="0" algn="ctr" eaLnBrk="1" latinLnBrk="0" hangingPunct="1">
              <a:buNone/>
              <a:defRPr kumimoji="0" lang="el-GR" sz="2000" baseline="0"/>
            </a:lvl1pPr>
          </a:lstStyle>
          <a:p>
            <a:r>
              <a:rPr kumimoji="0" lang="el-GR"/>
              <a:t>Λογότυπο εταιρείας</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Κεφαλίδα ενότητας">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5400000">
            <a:off x="3161049" y="-3176815"/>
            <a:ext cx="2819400" cy="9173031"/>
          </a:xfrm>
          <a:prstGeom prst="rect">
            <a:avLst/>
          </a:prstGeom>
        </p:spPr>
      </p:pic>
      <p:sp>
        <p:nvSpPr>
          <p:cNvPr id="2" name="Title 1"/>
          <p:cNvSpPr>
            <a:spLocks noGrp="1"/>
          </p:cNvSpPr>
          <p:nvPr>
            <p:ph type="title" hasCustomPrompt="1"/>
          </p:nvPr>
        </p:nvSpPr>
        <p:spPr>
          <a:xfrm>
            <a:off x="4572000" y="3048000"/>
            <a:ext cx="4343400" cy="1362075"/>
          </a:xfrm>
        </p:spPr>
        <p:txBody>
          <a:bodyPr anchor="b" anchorCtr="0"/>
          <a:lstStyle>
            <a:lvl1pPr algn="l" eaLnBrk="1" latinLnBrk="0" hangingPunct="1">
              <a:defRPr kumimoji="0" lang="el-GR" sz="4000" b="1" cap="small" baseline="0">
                <a:solidFill>
                  <a:srgbClr val="003300"/>
                </a:solidFill>
              </a:defRPr>
            </a:lvl1pPr>
          </a:lstStyle>
          <a:p>
            <a:r>
              <a:rPr kumimoji="0" lang="el-GR"/>
              <a:t>Κάντε κλικ για επεξεργασία του στυλ υποδείγματος τίτλου</a:t>
            </a:r>
          </a:p>
        </p:txBody>
      </p:sp>
      <p:sp>
        <p:nvSpPr>
          <p:cNvPr id="4" name="Date Placeholder 3"/>
          <p:cNvSpPr>
            <a:spLocks noGrp="1"/>
          </p:cNvSpPr>
          <p:nvPr>
            <p:ph type="dt" sz="half" idx="10"/>
          </p:nvPr>
        </p:nvSpPr>
        <p:spPr/>
        <p:txBody>
          <a:bodyPr/>
          <a:lstStyle/>
          <a:p>
            <a:fld id="{757B281C-5159-4971-8228-52B9A72E9ED2}" type="datetimeFigureOut">
              <a:pPr/>
              <a:t>9/1/2025</a:t>
            </a:fld>
            <a:endParaRPr kumimoji="0" lang="el-GR"/>
          </a:p>
        </p:txBody>
      </p:sp>
      <p:sp>
        <p:nvSpPr>
          <p:cNvPr id="5" name="Footer Placeholder 4"/>
          <p:cNvSpPr>
            <a:spLocks noGrp="1"/>
          </p:cNvSpPr>
          <p:nvPr>
            <p:ph type="ftr" sz="quarter" idx="11"/>
          </p:nvPr>
        </p:nvSpPr>
        <p:spPr/>
        <p:txBody>
          <a:bodyPr/>
          <a:lstStyle/>
          <a:p>
            <a:endParaRPr kumimoji="0" lang="el-GR"/>
          </a:p>
        </p:txBody>
      </p:sp>
      <p:sp>
        <p:nvSpPr>
          <p:cNvPr id="6" name="Slide Number Placeholder 5"/>
          <p:cNvSpPr>
            <a:spLocks noGrp="1"/>
          </p:cNvSpPr>
          <p:nvPr>
            <p:ph type="sldNum" sz="quarter" idx="12"/>
          </p:nvPr>
        </p:nvSpPr>
        <p:spPr/>
        <p:txBody>
          <a:bodyPr/>
          <a:lstStyle/>
          <a:p>
            <a:fld id="{33D6E5A2-EC83-451F-A719-9AC1370DD5CF}" type="slidenum">
              <a:pPr/>
              <a:t>‹#›</a:t>
            </a:fld>
            <a:endParaRPr kumimoji="0" lang="el-GR"/>
          </a:p>
        </p:txBody>
      </p:sp>
      <p:sp>
        <p:nvSpPr>
          <p:cNvPr id="10" name="Picture Placeholder 9"/>
          <p:cNvSpPr>
            <a:spLocks noGrp="1"/>
          </p:cNvSpPr>
          <p:nvPr>
            <p:ph type="pic" sz="quarter" idx="13" hasCustomPrompt="1"/>
          </p:nvPr>
        </p:nvSpPr>
        <p:spPr>
          <a:xfrm>
            <a:off x="6781800" y="5334000"/>
            <a:ext cx="2133600" cy="990600"/>
          </a:xfrm>
        </p:spPr>
        <p:txBody>
          <a:bodyPr>
            <a:normAutofit/>
          </a:bodyPr>
          <a:lstStyle>
            <a:lvl1pPr marL="0" indent="0" algn="ctr" eaLnBrk="1" latinLnBrk="0" hangingPunct="1">
              <a:buNone/>
              <a:defRPr kumimoji="0" lang="el-GR" sz="1800"/>
            </a:lvl1pPr>
          </a:lstStyle>
          <a:p>
            <a:r>
              <a:rPr kumimoji="0" lang="el-GR"/>
              <a:t>Λογότυπο εταιρείας</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Τίτλος και περιεχόμενο">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269632"/>
            <a:ext cx="8077200" cy="1143000"/>
          </a:xfrm>
        </p:spPr>
        <p:txBody>
          <a:bodyPr anchor="ctr" anchorCtr="0"/>
          <a:lstStyle>
            <a:lvl1pPr algn="l" eaLnBrk="1" latinLnBrk="0" hangingPunct="1">
              <a:defRPr kumimoji="0" lang="el-GR"/>
            </a:lvl1pPr>
          </a:lstStyle>
          <a:p>
            <a:r>
              <a:rPr kumimoji="0" lang="el-GR"/>
              <a:t>Κάντε κλικ για επεξεργασία του στυλ υποδείγματος τίτλου</a:t>
            </a:r>
          </a:p>
        </p:txBody>
      </p:sp>
      <p:sp>
        <p:nvSpPr>
          <p:cNvPr id="3" name="Content Placeholder 2"/>
          <p:cNvSpPr>
            <a:spLocks noGrp="1"/>
          </p:cNvSpPr>
          <p:nvPr>
            <p:ph idx="1"/>
          </p:nvPr>
        </p:nvSpPr>
        <p:spPr>
          <a:xfrm>
            <a:off x="762000" y="1596413"/>
            <a:ext cx="8077200" cy="4297363"/>
          </a:xfrm>
        </p:spPr>
        <p:txBody>
          <a:bodyPr>
            <a:normAutofit/>
          </a:bodyPr>
          <a:lstStyle>
            <a:lvl1pPr eaLnBrk="1" latinLnBrk="0" hangingPunct="1">
              <a:defRPr kumimoji="0" lang="el-GR" sz="3200">
                <a:latin typeface="+mn-lt"/>
              </a:defRPr>
            </a:lvl1pPr>
            <a:lvl2pPr eaLnBrk="1" latinLnBrk="0" hangingPunct="1">
              <a:defRPr kumimoji="0" lang="el-GR" sz="2800">
                <a:latin typeface="+mn-lt"/>
              </a:defRPr>
            </a:lvl2pPr>
            <a:lvl3pPr eaLnBrk="1" latinLnBrk="0" hangingPunct="1">
              <a:defRPr kumimoji="0" lang="el-GR" sz="2400">
                <a:latin typeface="+mn-lt"/>
              </a:defRPr>
            </a:lvl3pPr>
            <a:lvl4pPr eaLnBrk="1" latinLnBrk="0" hangingPunct="1">
              <a:defRPr kumimoji="0" lang="el-GR" sz="2400">
                <a:latin typeface="+mn-lt"/>
              </a:defRPr>
            </a:lvl4pPr>
            <a:lvl5pPr eaLnBrk="1" latinLnBrk="0" hangingPunct="1">
              <a:defRPr kumimoji="0" lang="el-GR" sz="2400">
                <a:latin typeface="+mn-lt"/>
              </a:defRPr>
            </a:lvl5pPr>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a:p>
        </p:txBody>
      </p:sp>
      <p:sp>
        <p:nvSpPr>
          <p:cNvPr id="4" name="Date Placeholder 3"/>
          <p:cNvSpPr>
            <a:spLocks noGrp="1"/>
          </p:cNvSpPr>
          <p:nvPr>
            <p:ph type="dt" sz="half" idx="10"/>
          </p:nvPr>
        </p:nvSpPr>
        <p:spPr/>
        <p:txBody>
          <a:bodyPr/>
          <a:lstStyle/>
          <a:p>
            <a:fld id="{757B281C-5159-4971-8228-52B9A72E9ED2}" type="datetimeFigureOut">
              <a:pPr/>
              <a:t>9/1/2025</a:t>
            </a:fld>
            <a:endParaRPr kumimoji="0" lang="el-GR"/>
          </a:p>
        </p:txBody>
      </p:sp>
      <p:sp>
        <p:nvSpPr>
          <p:cNvPr id="5" name="Footer Placeholder 4"/>
          <p:cNvSpPr>
            <a:spLocks noGrp="1"/>
          </p:cNvSpPr>
          <p:nvPr>
            <p:ph type="ftr" sz="quarter" idx="11"/>
          </p:nvPr>
        </p:nvSpPr>
        <p:spPr/>
        <p:txBody>
          <a:bodyPr/>
          <a:lstStyle/>
          <a:p>
            <a:endParaRPr kumimoji="0" lang="el-GR"/>
          </a:p>
        </p:txBody>
      </p:sp>
      <p:sp>
        <p:nvSpPr>
          <p:cNvPr id="6" name="Slide Number Placeholder 5"/>
          <p:cNvSpPr>
            <a:spLocks noGrp="1"/>
          </p:cNvSpPr>
          <p:nvPr>
            <p:ph type="sldNum" sz="quarter" idx="12"/>
          </p:nvPr>
        </p:nvSpPr>
        <p:spPr>
          <a:xfrm>
            <a:off x="6705600" y="6356350"/>
            <a:ext cx="2133600" cy="365125"/>
          </a:xfrm>
        </p:spPr>
        <p:txBody>
          <a:bodyPr/>
          <a:lstStyle/>
          <a:p>
            <a:fld id="{33D6E5A2-EC83-451F-A719-9AC1370DD5CF}" type="slidenum">
              <a:pPr/>
              <a:t>‹#›</a:t>
            </a:fld>
            <a:endParaRPr kumimoji="0" lang="el-GR"/>
          </a:p>
        </p:txBody>
      </p:sp>
    </p:spTree>
  </p:cSld>
  <p:clrMapOvr>
    <a:masterClrMapping/>
  </p:clrMapOvr>
  <p:transition spd="slow">
    <p:wipe dir="d"/>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latinLnBrk="0" hangingPunct="1"/>
            <a:r>
              <a:rPr lang="el-GR" smtClean="0"/>
              <a:t>Στυλ κύριου τίτλου</a:t>
            </a:r>
            <a:endParaRPr/>
          </a:p>
        </p:txBody>
      </p:sp>
      <p:sp>
        <p:nvSpPr>
          <p:cNvPr id="3" name="Content Placeholder 2"/>
          <p:cNvSpPr>
            <a:spLocks noGrp="1"/>
          </p:cNvSpPr>
          <p:nvPr>
            <p:ph sz="half" idx="1"/>
          </p:nvPr>
        </p:nvSpPr>
        <p:spPr>
          <a:xfrm>
            <a:off x="685800" y="1600200"/>
            <a:ext cx="4038600" cy="4525963"/>
          </a:xfrm>
        </p:spPr>
        <p:txBody>
          <a:bodyPr/>
          <a:lstStyle>
            <a:lvl1pPr eaLnBrk="1" latinLnBrk="0" hangingPunct="1">
              <a:defRPr kumimoji="0" lang="el-GR" sz="2800"/>
            </a:lvl1pPr>
            <a:lvl2pPr eaLnBrk="1" latinLnBrk="0" hangingPunct="1">
              <a:defRPr kumimoji="0" lang="el-GR" sz="2400"/>
            </a:lvl2pPr>
            <a:lvl3pPr eaLnBrk="1" latinLnBrk="0" hangingPunct="1">
              <a:defRPr kumimoji="0" lang="el-GR" sz="2000"/>
            </a:lvl3pPr>
            <a:lvl4pPr eaLnBrk="1" latinLnBrk="0" hangingPunct="1">
              <a:defRPr kumimoji="0" lang="el-GR" sz="1800"/>
            </a:lvl4pPr>
            <a:lvl5pPr eaLnBrk="1" latinLnBrk="0" hangingPunct="1">
              <a:defRPr kumimoji="0" lang="el-GR" sz="1800"/>
            </a:lvl5pPr>
            <a:lvl6pPr eaLnBrk="1" latinLnBrk="0" hangingPunct="1">
              <a:defRPr kumimoji="0" lang="el-GR" sz="1800"/>
            </a:lvl6pPr>
            <a:lvl7pPr eaLnBrk="1" latinLnBrk="0" hangingPunct="1">
              <a:defRPr kumimoji="0" lang="el-GR" sz="1800"/>
            </a:lvl7pPr>
            <a:lvl8pPr eaLnBrk="1" latinLnBrk="0" hangingPunct="1">
              <a:defRPr kumimoji="0" lang="el-GR" sz="1800"/>
            </a:lvl8pPr>
            <a:lvl9pPr eaLnBrk="1" latinLnBrk="0" hangingPunct="1">
              <a:defRPr kumimoji="0" lang="el-GR" sz="1800"/>
            </a:lvl9pPr>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a:p>
        </p:txBody>
      </p:sp>
      <p:sp>
        <p:nvSpPr>
          <p:cNvPr id="4" name="Content Placeholder 3"/>
          <p:cNvSpPr>
            <a:spLocks noGrp="1"/>
          </p:cNvSpPr>
          <p:nvPr>
            <p:ph sz="half" idx="2"/>
          </p:nvPr>
        </p:nvSpPr>
        <p:spPr>
          <a:xfrm>
            <a:off x="4876800" y="1600200"/>
            <a:ext cx="4038600" cy="4525963"/>
          </a:xfrm>
        </p:spPr>
        <p:txBody>
          <a:bodyPr/>
          <a:lstStyle>
            <a:lvl1pPr eaLnBrk="1" latinLnBrk="0" hangingPunct="1">
              <a:defRPr kumimoji="0" lang="el-GR" sz="2800"/>
            </a:lvl1pPr>
            <a:lvl2pPr eaLnBrk="1" latinLnBrk="0" hangingPunct="1">
              <a:defRPr kumimoji="0" lang="el-GR" sz="2400"/>
            </a:lvl2pPr>
            <a:lvl3pPr eaLnBrk="1" latinLnBrk="0" hangingPunct="1">
              <a:defRPr kumimoji="0" lang="el-GR" sz="2000"/>
            </a:lvl3pPr>
            <a:lvl4pPr eaLnBrk="1" latinLnBrk="0" hangingPunct="1">
              <a:defRPr kumimoji="0" lang="el-GR" sz="1800"/>
            </a:lvl4pPr>
            <a:lvl5pPr eaLnBrk="1" latinLnBrk="0" hangingPunct="1">
              <a:defRPr kumimoji="0" lang="el-GR" sz="1800"/>
            </a:lvl5pPr>
            <a:lvl6pPr eaLnBrk="1" latinLnBrk="0" hangingPunct="1">
              <a:defRPr kumimoji="0" lang="el-GR" sz="1800"/>
            </a:lvl6pPr>
            <a:lvl7pPr eaLnBrk="1" latinLnBrk="0" hangingPunct="1">
              <a:defRPr kumimoji="0" lang="el-GR" sz="1800"/>
            </a:lvl7pPr>
            <a:lvl8pPr eaLnBrk="1" latinLnBrk="0" hangingPunct="1">
              <a:defRPr kumimoji="0" lang="el-GR" sz="1800"/>
            </a:lvl8pPr>
            <a:lvl9pPr eaLnBrk="1" latinLnBrk="0" hangingPunct="1">
              <a:defRPr kumimoji="0" lang="el-GR" sz="1800"/>
            </a:lvl9pPr>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a:p>
        </p:txBody>
      </p:sp>
      <p:sp>
        <p:nvSpPr>
          <p:cNvPr id="5" name="Date Placeholder 4"/>
          <p:cNvSpPr>
            <a:spLocks noGrp="1"/>
          </p:cNvSpPr>
          <p:nvPr>
            <p:ph type="dt" sz="half" idx="10"/>
          </p:nvPr>
        </p:nvSpPr>
        <p:spPr/>
        <p:txBody>
          <a:bodyPr/>
          <a:lstStyle/>
          <a:p>
            <a:fld id="{757B281C-5159-4971-8228-52B9A72E9ED2}" type="datetimeFigureOut">
              <a:pPr/>
              <a:t>9/1/2025</a:t>
            </a:fld>
            <a:endParaRPr kumimoji="0" lang="el-GR"/>
          </a:p>
        </p:txBody>
      </p:sp>
      <p:sp>
        <p:nvSpPr>
          <p:cNvPr id="6" name="Footer Placeholder 5"/>
          <p:cNvSpPr>
            <a:spLocks noGrp="1"/>
          </p:cNvSpPr>
          <p:nvPr>
            <p:ph type="ftr" sz="quarter" idx="11"/>
          </p:nvPr>
        </p:nvSpPr>
        <p:spPr/>
        <p:txBody>
          <a:bodyPr/>
          <a:lstStyle/>
          <a:p>
            <a:endParaRPr kumimoji="0" lang="el-GR"/>
          </a:p>
        </p:txBody>
      </p:sp>
      <p:sp>
        <p:nvSpPr>
          <p:cNvPr id="7" name="Slide Number Placeholder 6"/>
          <p:cNvSpPr>
            <a:spLocks noGrp="1"/>
          </p:cNvSpPr>
          <p:nvPr>
            <p:ph type="sldNum" sz="quarter" idx="12"/>
          </p:nvPr>
        </p:nvSpPr>
        <p:spPr/>
        <p:txBody>
          <a:bodyPr/>
          <a:lstStyle/>
          <a:p>
            <a:fld id="{33D6E5A2-EC83-451F-A719-9AC1370DD5CF}" type="slidenum">
              <a:pPr/>
              <a:t>‹#›</a:t>
            </a:fld>
            <a:endParaRPr kumimoji="0" lang="el-GR"/>
          </a:p>
        </p:txBody>
      </p:sp>
    </p:spTree>
  </p:cSld>
  <p:clrMapOvr>
    <a:masterClrMapping/>
  </p:clrMapOvr>
  <p:transition spd="slow">
    <p:wipe dir="d"/>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eaLnBrk="1" latinLnBrk="0" hangingPunct="1">
              <a:defRPr kumimoji="0" lang="el-GR"/>
            </a:lvl1pPr>
          </a:lstStyle>
          <a:p>
            <a:pPr eaLnBrk="1" latinLnBrk="0" hangingPunct="1"/>
            <a:r>
              <a:rPr lang="el-GR" smtClean="0"/>
              <a:t>Στυλ κύριου τίτλου</a:t>
            </a:r>
            <a:endParaRPr/>
          </a:p>
        </p:txBody>
      </p:sp>
      <p:sp>
        <p:nvSpPr>
          <p:cNvPr id="3" name="Text Placeholder 2"/>
          <p:cNvSpPr>
            <a:spLocks noGrp="1"/>
          </p:cNvSpPr>
          <p:nvPr>
            <p:ph type="body" idx="1"/>
          </p:nvPr>
        </p:nvSpPr>
        <p:spPr>
          <a:xfrm>
            <a:off x="685800" y="1535113"/>
            <a:ext cx="4040188" cy="639762"/>
          </a:xfrm>
        </p:spPr>
        <p:txBody>
          <a:bodyPr anchor="b"/>
          <a:lstStyle>
            <a:lvl1pPr marL="0" indent="0" eaLnBrk="1" latinLnBrk="0" hangingPunct="1">
              <a:buNone/>
              <a:defRPr kumimoji="0" lang="el-GR" sz="2400" b="1"/>
            </a:lvl1pPr>
            <a:lvl2pPr marL="457200" indent="0" eaLnBrk="1" latinLnBrk="0" hangingPunct="1">
              <a:buNone/>
              <a:defRPr kumimoji="0" lang="el-GR" sz="2000" b="1"/>
            </a:lvl2pPr>
            <a:lvl3pPr marL="914400" indent="0" eaLnBrk="1" latinLnBrk="0" hangingPunct="1">
              <a:buNone/>
              <a:defRPr kumimoji="0" lang="el-GR" sz="1800" b="1"/>
            </a:lvl3pPr>
            <a:lvl4pPr marL="1371600" indent="0" eaLnBrk="1" latinLnBrk="0" hangingPunct="1">
              <a:buNone/>
              <a:defRPr kumimoji="0" lang="el-GR" sz="1600" b="1"/>
            </a:lvl4pPr>
            <a:lvl5pPr marL="1828800" indent="0" eaLnBrk="1" latinLnBrk="0" hangingPunct="1">
              <a:buNone/>
              <a:defRPr kumimoji="0" lang="el-GR" sz="1600" b="1"/>
            </a:lvl5pPr>
            <a:lvl6pPr marL="2286000" indent="0" eaLnBrk="1" latinLnBrk="0" hangingPunct="1">
              <a:buNone/>
              <a:defRPr kumimoji="0" lang="el-GR" sz="1600" b="1"/>
            </a:lvl6pPr>
            <a:lvl7pPr marL="2743200" indent="0" eaLnBrk="1" latinLnBrk="0" hangingPunct="1">
              <a:buNone/>
              <a:defRPr kumimoji="0" lang="el-GR" sz="1600" b="1"/>
            </a:lvl7pPr>
            <a:lvl8pPr marL="3200400" indent="0" eaLnBrk="1" latinLnBrk="0" hangingPunct="1">
              <a:buNone/>
              <a:defRPr kumimoji="0" lang="el-GR" sz="1600" b="1"/>
            </a:lvl8pPr>
            <a:lvl9pPr marL="3657600" indent="0" eaLnBrk="1" latinLnBrk="0" hangingPunct="1">
              <a:buNone/>
              <a:defRPr kumimoji="0" lang="el-GR" sz="1600" b="1"/>
            </a:lvl9pPr>
          </a:lstStyle>
          <a:p>
            <a:pPr lvl="0" eaLnBrk="1" latinLnBrk="0" hangingPunct="1"/>
            <a:r>
              <a:rPr lang="el-GR" smtClean="0"/>
              <a:t>Στυλ υποδείγματος κειμένου</a:t>
            </a:r>
          </a:p>
        </p:txBody>
      </p:sp>
      <p:sp>
        <p:nvSpPr>
          <p:cNvPr id="4" name="Content Placeholder 3"/>
          <p:cNvSpPr>
            <a:spLocks noGrp="1"/>
          </p:cNvSpPr>
          <p:nvPr>
            <p:ph sz="half" idx="2"/>
          </p:nvPr>
        </p:nvSpPr>
        <p:spPr>
          <a:xfrm>
            <a:off x="685800" y="2174875"/>
            <a:ext cx="4040188" cy="3951288"/>
          </a:xfrm>
        </p:spPr>
        <p:txBody>
          <a:bodyPr/>
          <a:lstStyle>
            <a:lvl1pPr eaLnBrk="1" latinLnBrk="0" hangingPunct="1">
              <a:defRPr kumimoji="0" lang="el-GR" sz="2400"/>
            </a:lvl1pPr>
            <a:lvl2pPr eaLnBrk="1" latinLnBrk="0" hangingPunct="1">
              <a:defRPr kumimoji="0" lang="el-GR" sz="2000"/>
            </a:lvl2pPr>
            <a:lvl3pPr eaLnBrk="1" latinLnBrk="0" hangingPunct="1">
              <a:defRPr kumimoji="0" lang="el-GR" sz="1800"/>
            </a:lvl3pPr>
            <a:lvl4pPr eaLnBrk="1" latinLnBrk="0" hangingPunct="1">
              <a:defRPr kumimoji="0" lang="el-GR" sz="1600"/>
            </a:lvl4pPr>
            <a:lvl5pPr eaLnBrk="1" latinLnBrk="0" hangingPunct="1">
              <a:defRPr kumimoji="0" lang="el-GR" sz="1600"/>
            </a:lvl5pPr>
            <a:lvl6pPr eaLnBrk="1" latinLnBrk="0" hangingPunct="1">
              <a:defRPr kumimoji="0" lang="el-GR" sz="1600"/>
            </a:lvl6pPr>
            <a:lvl7pPr eaLnBrk="1" latinLnBrk="0" hangingPunct="1">
              <a:defRPr kumimoji="0" lang="el-GR" sz="1600"/>
            </a:lvl7pPr>
            <a:lvl8pPr eaLnBrk="1" latinLnBrk="0" hangingPunct="1">
              <a:defRPr kumimoji="0" lang="el-GR" sz="1600"/>
            </a:lvl8pPr>
            <a:lvl9pPr eaLnBrk="1" latinLnBrk="0" hangingPunct="1">
              <a:defRPr kumimoji="0" lang="el-GR" sz="1600"/>
            </a:lvl9pPr>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a:p>
        </p:txBody>
      </p:sp>
      <p:sp>
        <p:nvSpPr>
          <p:cNvPr id="5" name="Text Placeholder 4"/>
          <p:cNvSpPr>
            <a:spLocks noGrp="1"/>
          </p:cNvSpPr>
          <p:nvPr>
            <p:ph type="body" sz="quarter" idx="3"/>
          </p:nvPr>
        </p:nvSpPr>
        <p:spPr>
          <a:xfrm>
            <a:off x="4873625" y="1535113"/>
            <a:ext cx="4041775" cy="639762"/>
          </a:xfrm>
        </p:spPr>
        <p:txBody>
          <a:bodyPr anchor="b"/>
          <a:lstStyle>
            <a:lvl1pPr marL="0" indent="0" eaLnBrk="1" latinLnBrk="0" hangingPunct="1">
              <a:buNone/>
              <a:defRPr kumimoji="0" lang="el-GR" sz="2400" b="1"/>
            </a:lvl1pPr>
            <a:lvl2pPr marL="457200" indent="0" eaLnBrk="1" latinLnBrk="0" hangingPunct="1">
              <a:buNone/>
              <a:defRPr kumimoji="0" lang="el-GR" sz="2000" b="1"/>
            </a:lvl2pPr>
            <a:lvl3pPr marL="914400" indent="0" eaLnBrk="1" latinLnBrk="0" hangingPunct="1">
              <a:buNone/>
              <a:defRPr kumimoji="0" lang="el-GR" sz="1800" b="1"/>
            </a:lvl3pPr>
            <a:lvl4pPr marL="1371600" indent="0" eaLnBrk="1" latinLnBrk="0" hangingPunct="1">
              <a:buNone/>
              <a:defRPr kumimoji="0" lang="el-GR" sz="1600" b="1"/>
            </a:lvl4pPr>
            <a:lvl5pPr marL="1828800" indent="0" eaLnBrk="1" latinLnBrk="0" hangingPunct="1">
              <a:buNone/>
              <a:defRPr kumimoji="0" lang="el-GR" sz="1600" b="1"/>
            </a:lvl5pPr>
            <a:lvl6pPr marL="2286000" indent="0" eaLnBrk="1" latinLnBrk="0" hangingPunct="1">
              <a:buNone/>
              <a:defRPr kumimoji="0" lang="el-GR" sz="1600" b="1"/>
            </a:lvl6pPr>
            <a:lvl7pPr marL="2743200" indent="0" eaLnBrk="1" latinLnBrk="0" hangingPunct="1">
              <a:buNone/>
              <a:defRPr kumimoji="0" lang="el-GR" sz="1600" b="1"/>
            </a:lvl7pPr>
            <a:lvl8pPr marL="3200400" indent="0" eaLnBrk="1" latinLnBrk="0" hangingPunct="1">
              <a:buNone/>
              <a:defRPr kumimoji="0" lang="el-GR" sz="1600" b="1"/>
            </a:lvl8pPr>
            <a:lvl9pPr marL="3657600" indent="0" eaLnBrk="1" latinLnBrk="0" hangingPunct="1">
              <a:buNone/>
              <a:defRPr kumimoji="0" lang="el-GR" sz="1600" b="1"/>
            </a:lvl9pPr>
          </a:lstStyle>
          <a:p>
            <a:pPr lvl="0" eaLnBrk="1" latinLnBrk="0" hangingPunct="1"/>
            <a:r>
              <a:rPr lang="el-GR" smtClean="0"/>
              <a:t>Στυλ υποδείγματος κειμένου</a:t>
            </a:r>
          </a:p>
        </p:txBody>
      </p:sp>
      <p:sp>
        <p:nvSpPr>
          <p:cNvPr id="6" name="Content Placeholder 5"/>
          <p:cNvSpPr>
            <a:spLocks noGrp="1"/>
          </p:cNvSpPr>
          <p:nvPr>
            <p:ph sz="quarter" idx="4"/>
          </p:nvPr>
        </p:nvSpPr>
        <p:spPr>
          <a:xfrm>
            <a:off x="4873625" y="2174875"/>
            <a:ext cx="4041775" cy="3951288"/>
          </a:xfrm>
        </p:spPr>
        <p:txBody>
          <a:bodyPr/>
          <a:lstStyle>
            <a:lvl1pPr eaLnBrk="1" latinLnBrk="0" hangingPunct="1">
              <a:defRPr kumimoji="0" lang="el-GR" sz="2400"/>
            </a:lvl1pPr>
            <a:lvl2pPr eaLnBrk="1" latinLnBrk="0" hangingPunct="1">
              <a:defRPr kumimoji="0" lang="el-GR" sz="2000"/>
            </a:lvl2pPr>
            <a:lvl3pPr eaLnBrk="1" latinLnBrk="0" hangingPunct="1">
              <a:defRPr kumimoji="0" lang="el-GR" sz="1800"/>
            </a:lvl3pPr>
            <a:lvl4pPr eaLnBrk="1" latinLnBrk="0" hangingPunct="1">
              <a:defRPr kumimoji="0" lang="el-GR" sz="1600"/>
            </a:lvl4pPr>
            <a:lvl5pPr eaLnBrk="1" latinLnBrk="0" hangingPunct="1">
              <a:defRPr kumimoji="0" lang="el-GR" sz="1600"/>
            </a:lvl5pPr>
            <a:lvl6pPr eaLnBrk="1" latinLnBrk="0" hangingPunct="1">
              <a:defRPr kumimoji="0" lang="el-GR" sz="1600"/>
            </a:lvl6pPr>
            <a:lvl7pPr eaLnBrk="1" latinLnBrk="0" hangingPunct="1">
              <a:defRPr kumimoji="0" lang="el-GR" sz="1600"/>
            </a:lvl7pPr>
            <a:lvl8pPr eaLnBrk="1" latinLnBrk="0" hangingPunct="1">
              <a:defRPr kumimoji="0" lang="el-GR" sz="1600"/>
            </a:lvl8pPr>
            <a:lvl9pPr eaLnBrk="1" latinLnBrk="0" hangingPunct="1">
              <a:defRPr kumimoji="0" lang="el-GR" sz="1600"/>
            </a:lvl9pPr>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a:p>
        </p:txBody>
      </p:sp>
      <p:sp>
        <p:nvSpPr>
          <p:cNvPr id="7" name="Date Placeholder 6"/>
          <p:cNvSpPr>
            <a:spLocks noGrp="1"/>
          </p:cNvSpPr>
          <p:nvPr>
            <p:ph type="dt" sz="half" idx="10"/>
          </p:nvPr>
        </p:nvSpPr>
        <p:spPr/>
        <p:txBody>
          <a:bodyPr/>
          <a:lstStyle/>
          <a:p>
            <a:fld id="{757B281C-5159-4971-8228-52B9A72E9ED2}" type="datetimeFigureOut">
              <a:pPr/>
              <a:t>9/1/2025</a:t>
            </a:fld>
            <a:endParaRPr kumimoji="0" lang="el-GR"/>
          </a:p>
        </p:txBody>
      </p:sp>
      <p:sp>
        <p:nvSpPr>
          <p:cNvPr id="8" name="Footer Placeholder 7"/>
          <p:cNvSpPr>
            <a:spLocks noGrp="1"/>
          </p:cNvSpPr>
          <p:nvPr>
            <p:ph type="ftr" sz="quarter" idx="11"/>
          </p:nvPr>
        </p:nvSpPr>
        <p:spPr/>
        <p:txBody>
          <a:bodyPr/>
          <a:lstStyle/>
          <a:p>
            <a:endParaRPr kumimoji="0" lang="el-GR"/>
          </a:p>
        </p:txBody>
      </p:sp>
      <p:sp>
        <p:nvSpPr>
          <p:cNvPr id="9" name="Slide Number Placeholder 8"/>
          <p:cNvSpPr>
            <a:spLocks noGrp="1"/>
          </p:cNvSpPr>
          <p:nvPr>
            <p:ph type="sldNum" sz="quarter" idx="12"/>
          </p:nvPr>
        </p:nvSpPr>
        <p:spPr/>
        <p:txBody>
          <a:bodyPr/>
          <a:lstStyle/>
          <a:p>
            <a:fld id="{33D6E5A2-EC83-451F-A719-9AC1370DD5CF}" type="slidenum">
              <a:pPr/>
              <a:t>‹#›</a:t>
            </a:fld>
            <a:endParaRPr kumimoji="0" lang="el-GR"/>
          </a:p>
        </p:txBody>
      </p:sp>
    </p:spTree>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3008313" cy="1162050"/>
          </a:xfrm>
        </p:spPr>
        <p:txBody>
          <a:bodyPr anchor="b"/>
          <a:lstStyle>
            <a:lvl1pPr algn="l" eaLnBrk="1" latinLnBrk="0" hangingPunct="1">
              <a:defRPr kumimoji="0" lang="el-GR" sz="2000" b="1"/>
            </a:lvl1pPr>
          </a:lstStyle>
          <a:p>
            <a:pPr eaLnBrk="1" latinLnBrk="0" hangingPunct="1"/>
            <a:r>
              <a:rPr lang="el-GR" smtClean="0"/>
              <a:t>Στυλ κύριου τίτλου</a:t>
            </a:r>
            <a:endParaRPr/>
          </a:p>
        </p:txBody>
      </p:sp>
      <p:sp>
        <p:nvSpPr>
          <p:cNvPr id="3" name="Content Placeholder 2"/>
          <p:cNvSpPr>
            <a:spLocks noGrp="1"/>
          </p:cNvSpPr>
          <p:nvPr>
            <p:ph idx="1"/>
          </p:nvPr>
        </p:nvSpPr>
        <p:spPr>
          <a:xfrm>
            <a:off x="3803650" y="273050"/>
            <a:ext cx="5111750" cy="5853113"/>
          </a:xfrm>
        </p:spPr>
        <p:txBody>
          <a:bodyPr/>
          <a:lstStyle>
            <a:lvl1pPr eaLnBrk="1" latinLnBrk="0" hangingPunct="1">
              <a:defRPr kumimoji="0" lang="el-GR" sz="3200"/>
            </a:lvl1pPr>
            <a:lvl2pPr eaLnBrk="1" latinLnBrk="0" hangingPunct="1">
              <a:defRPr kumimoji="0" lang="el-GR" sz="2800"/>
            </a:lvl2pPr>
            <a:lvl3pPr eaLnBrk="1" latinLnBrk="0" hangingPunct="1">
              <a:defRPr kumimoji="0" lang="el-GR" sz="2400"/>
            </a:lvl3pPr>
            <a:lvl4pPr eaLnBrk="1" latinLnBrk="0" hangingPunct="1">
              <a:defRPr kumimoji="0" lang="el-GR" sz="2000"/>
            </a:lvl4pPr>
            <a:lvl5pPr eaLnBrk="1" latinLnBrk="0" hangingPunct="1">
              <a:defRPr kumimoji="0" lang="el-GR" sz="2000"/>
            </a:lvl5pPr>
            <a:lvl6pPr eaLnBrk="1" latinLnBrk="0" hangingPunct="1">
              <a:defRPr kumimoji="0" lang="el-GR" sz="2000"/>
            </a:lvl6pPr>
            <a:lvl7pPr eaLnBrk="1" latinLnBrk="0" hangingPunct="1">
              <a:defRPr kumimoji="0" lang="el-GR" sz="2000"/>
            </a:lvl7pPr>
            <a:lvl8pPr eaLnBrk="1" latinLnBrk="0" hangingPunct="1">
              <a:defRPr kumimoji="0" lang="el-GR" sz="2000"/>
            </a:lvl8pPr>
            <a:lvl9pPr eaLnBrk="1" latinLnBrk="0" hangingPunct="1">
              <a:defRPr kumimoji="0" lang="el-GR" sz="2000"/>
            </a:lvl9pPr>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a:p>
        </p:txBody>
      </p:sp>
      <p:sp>
        <p:nvSpPr>
          <p:cNvPr id="4" name="Text Placeholder 3"/>
          <p:cNvSpPr>
            <a:spLocks noGrp="1"/>
          </p:cNvSpPr>
          <p:nvPr>
            <p:ph type="body" sz="half" idx="2"/>
          </p:nvPr>
        </p:nvSpPr>
        <p:spPr>
          <a:xfrm>
            <a:off x="685800" y="1435100"/>
            <a:ext cx="3008313" cy="4691063"/>
          </a:xfrm>
        </p:spPr>
        <p:txBody>
          <a:bodyPr/>
          <a:lstStyle>
            <a:lvl1pPr marL="0" indent="0" eaLnBrk="1" latinLnBrk="0" hangingPunct="1">
              <a:buNone/>
              <a:defRPr kumimoji="0" lang="el-GR" sz="1400"/>
            </a:lvl1pPr>
            <a:lvl2pPr marL="457200" indent="0" eaLnBrk="1" latinLnBrk="0" hangingPunct="1">
              <a:buNone/>
              <a:defRPr kumimoji="0" lang="el-GR" sz="1200"/>
            </a:lvl2pPr>
            <a:lvl3pPr marL="914400" indent="0" eaLnBrk="1" latinLnBrk="0" hangingPunct="1">
              <a:buNone/>
              <a:defRPr kumimoji="0" lang="el-GR" sz="1000"/>
            </a:lvl3pPr>
            <a:lvl4pPr marL="1371600" indent="0" eaLnBrk="1" latinLnBrk="0" hangingPunct="1">
              <a:buNone/>
              <a:defRPr kumimoji="0" lang="el-GR" sz="900"/>
            </a:lvl4pPr>
            <a:lvl5pPr marL="1828800" indent="0" eaLnBrk="1" latinLnBrk="0" hangingPunct="1">
              <a:buNone/>
              <a:defRPr kumimoji="0" lang="el-GR" sz="900"/>
            </a:lvl5pPr>
            <a:lvl6pPr marL="2286000" indent="0" eaLnBrk="1" latinLnBrk="0" hangingPunct="1">
              <a:buNone/>
              <a:defRPr kumimoji="0" lang="el-GR" sz="900"/>
            </a:lvl6pPr>
            <a:lvl7pPr marL="2743200" indent="0" eaLnBrk="1" latinLnBrk="0" hangingPunct="1">
              <a:buNone/>
              <a:defRPr kumimoji="0" lang="el-GR" sz="900"/>
            </a:lvl7pPr>
            <a:lvl8pPr marL="3200400" indent="0" eaLnBrk="1" latinLnBrk="0" hangingPunct="1">
              <a:buNone/>
              <a:defRPr kumimoji="0" lang="el-GR" sz="900"/>
            </a:lvl8pPr>
            <a:lvl9pPr marL="3657600" indent="0" eaLnBrk="1" latinLnBrk="0" hangingPunct="1">
              <a:buNone/>
              <a:defRPr kumimoji="0" lang="el-GR" sz="900"/>
            </a:lvl9pPr>
          </a:lstStyle>
          <a:p>
            <a:pPr lvl="0" eaLnBrk="1" latinLnBrk="0" hangingPunct="1"/>
            <a:r>
              <a:rPr lang="el-GR" smtClean="0"/>
              <a:t>Στυλ υποδείγματος κειμένου</a:t>
            </a:r>
          </a:p>
        </p:txBody>
      </p:sp>
      <p:sp>
        <p:nvSpPr>
          <p:cNvPr id="5" name="Date Placeholder 4"/>
          <p:cNvSpPr>
            <a:spLocks noGrp="1"/>
          </p:cNvSpPr>
          <p:nvPr>
            <p:ph type="dt" sz="half" idx="10"/>
          </p:nvPr>
        </p:nvSpPr>
        <p:spPr/>
        <p:txBody>
          <a:bodyPr/>
          <a:lstStyle/>
          <a:p>
            <a:fld id="{757B281C-5159-4971-8228-52B9A72E9ED2}" type="datetimeFigureOut">
              <a:pPr/>
              <a:t>9/1/2025</a:t>
            </a:fld>
            <a:endParaRPr kumimoji="0" lang="el-GR"/>
          </a:p>
        </p:txBody>
      </p:sp>
      <p:sp>
        <p:nvSpPr>
          <p:cNvPr id="6" name="Footer Placeholder 5"/>
          <p:cNvSpPr>
            <a:spLocks noGrp="1"/>
          </p:cNvSpPr>
          <p:nvPr>
            <p:ph type="ftr" sz="quarter" idx="11"/>
          </p:nvPr>
        </p:nvSpPr>
        <p:spPr/>
        <p:txBody>
          <a:bodyPr/>
          <a:lstStyle/>
          <a:p>
            <a:endParaRPr kumimoji="0" lang="el-GR"/>
          </a:p>
        </p:txBody>
      </p:sp>
      <p:sp>
        <p:nvSpPr>
          <p:cNvPr id="7" name="Slide Number Placeholder 6"/>
          <p:cNvSpPr>
            <a:spLocks noGrp="1"/>
          </p:cNvSpPr>
          <p:nvPr>
            <p:ph type="sldNum" sz="quarter" idx="12"/>
          </p:nvPr>
        </p:nvSpPr>
        <p:spPr/>
        <p:txBody>
          <a:bodyPr/>
          <a:lstStyle/>
          <a:p>
            <a:fld id="{33D6E5A2-EC83-451F-A719-9AC1370DD5CF}" type="slidenum">
              <a:pPr/>
              <a:t>‹#›</a:t>
            </a:fld>
            <a:endParaRPr kumimoji="0" lang="el-GR"/>
          </a:p>
        </p:txBody>
      </p:sp>
    </p:spTree>
  </p:cSld>
  <p:clrMapOvr>
    <a:masterClrMapping/>
  </p:clrMapOvr>
  <p:transition spd="slow">
    <p:wipe dir="d"/>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eaLnBrk="1" latinLnBrk="0" hangingPunct="1">
              <a:defRPr kumimoji="0" lang="el-GR" sz="2000" b="1"/>
            </a:lvl1pPr>
          </a:lstStyle>
          <a:p>
            <a:pPr eaLnBrk="1" latinLnBrk="0" hangingPunct="1"/>
            <a:r>
              <a:rPr lang="el-GR" smtClean="0"/>
              <a:t>Στυλ κύριου τίτλου</a:t>
            </a:r>
            <a:endParaRPr/>
          </a:p>
        </p:txBody>
      </p:sp>
      <p:sp>
        <p:nvSpPr>
          <p:cNvPr id="3" name="Picture Placeholder 2"/>
          <p:cNvSpPr>
            <a:spLocks noGrp="1"/>
          </p:cNvSpPr>
          <p:nvPr>
            <p:ph type="pic" idx="1"/>
          </p:nvPr>
        </p:nvSpPr>
        <p:spPr>
          <a:xfrm>
            <a:off x="1792288" y="612775"/>
            <a:ext cx="5486400" cy="4114800"/>
          </a:xfrm>
        </p:spPr>
        <p:txBody>
          <a:bodyPr/>
          <a:lstStyle>
            <a:lvl1pPr marL="0" indent="0" eaLnBrk="1" latinLnBrk="0" hangingPunct="1">
              <a:buNone/>
              <a:defRPr kumimoji="0" lang="el-GR" sz="3200"/>
            </a:lvl1pPr>
            <a:lvl2pPr marL="457200" indent="0" eaLnBrk="1" latinLnBrk="0" hangingPunct="1">
              <a:buNone/>
              <a:defRPr kumimoji="0" lang="el-GR" sz="2800"/>
            </a:lvl2pPr>
            <a:lvl3pPr marL="914400" indent="0" eaLnBrk="1" latinLnBrk="0" hangingPunct="1">
              <a:buNone/>
              <a:defRPr kumimoji="0" lang="el-GR" sz="2400"/>
            </a:lvl3pPr>
            <a:lvl4pPr marL="1371600" indent="0" eaLnBrk="1" latinLnBrk="0" hangingPunct="1">
              <a:buNone/>
              <a:defRPr kumimoji="0" lang="el-GR" sz="2000"/>
            </a:lvl4pPr>
            <a:lvl5pPr marL="1828800" indent="0" eaLnBrk="1" latinLnBrk="0" hangingPunct="1">
              <a:buNone/>
              <a:defRPr kumimoji="0" lang="el-GR" sz="2000"/>
            </a:lvl5pPr>
            <a:lvl6pPr marL="2286000" indent="0" eaLnBrk="1" latinLnBrk="0" hangingPunct="1">
              <a:buNone/>
              <a:defRPr kumimoji="0" lang="el-GR" sz="2000"/>
            </a:lvl6pPr>
            <a:lvl7pPr marL="2743200" indent="0" eaLnBrk="1" latinLnBrk="0" hangingPunct="1">
              <a:buNone/>
              <a:defRPr kumimoji="0" lang="el-GR" sz="2000"/>
            </a:lvl7pPr>
            <a:lvl8pPr marL="3200400" indent="0" eaLnBrk="1" latinLnBrk="0" hangingPunct="1">
              <a:buNone/>
              <a:defRPr kumimoji="0" lang="el-GR" sz="2000"/>
            </a:lvl8pPr>
            <a:lvl9pPr marL="3657600" indent="0" eaLnBrk="1" latinLnBrk="0" hangingPunct="1">
              <a:buNone/>
              <a:defRPr kumimoji="0" lang="el-GR" sz="2000"/>
            </a:lvl9pPr>
          </a:lstStyle>
          <a:p>
            <a:pPr eaLnBrk="1" latinLnBrk="0" hangingPunct="1"/>
            <a:r>
              <a:rPr lang="el-GR" smtClean="0"/>
              <a:t>Κάντε κλικ στο εικονίδιο για να προσθέσετε μια εικόνα</a:t>
            </a:r>
            <a:endParaRPr/>
          </a:p>
        </p:txBody>
      </p:sp>
      <p:sp>
        <p:nvSpPr>
          <p:cNvPr id="4" name="Text Placeholder 3"/>
          <p:cNvSpPr>
            <a:spLocks noGrp="1"/>
          </p:cNvSpPr>
          <p:nvPr>
            <p:ph type="body" sz="half" idx="2"/>
          </p:nvPr>
        </p:nvSpPr>
        <p:spPr>
          <a:xfrm>
            <a:off x="1792288" y="5367338"/>
            <a:ext cx="5486400" cy="804862"/>
          </a:xfrm>
        </p:spPr>
        <p:txBody>
          <a:bodyPr/>
          <a:lstStyle>
            <a:lvl1pPr marL="0" indent="0" eaLnBrk="1" latinLnBrk="0" hangingPunct="1">
              <a:buNone/>
              <a:defRPr kumimoji="0" lang="el-GR" sz="1400"/>
            </a:lvl1pPr>
            <a:lvl2pPr marL="457200" indent="0" eaLnBrk="1" latinLnBrk="0" hangingPunct="1">
              <a:buNone/>
              <a:defRPr kumimoji="0" lang="el-GR" sz="1200"/>
            </a:lvl2pPr>
            <a:lvl3pPr marL="914400" indent="0" eaLnBrk="1" latinLnBrk="0" hangingPunct="1">
              <a:buNone/>
              <a:defRPr kumimoji="0" lang="el-GR" sz="1000"/>
            </a:lvl3pPr>
            <a:lvl4pPr marL="1371600" indent="0" eaLnBrk="1" latinLnBrk="0" hangingPunct="1">
              <a:buNone/>
              <a:defRPr kumimoji="0" lang="el-GR" sz="900"/>
            </a:lvl4pPr>
            <a:lvl5pPr marL="1828800" indent="0" eaLnBrk="1" latinLnBrk="0" hangingPunct="1">
              <a:buNone/>
              <a:defRPr kumimoji="0" lang="el-GR" sz="900"/>
            </a:lvl5pPr>
            <a:lvl6pPr marL="2286000" indent="0" eaLnBrk="1" latinLnBrk="0" hangingPunct="1">
              <a:buNone/>
              <a:defRPr kumimoji="0" lang="el-GR" sz="900"/>
            </a:lvl6pPr>
            <a:lvl7pPr marL="2743200" indent="0" eaLnBrk="1" latinLnBrk="0" hangingPunct="1">
              <a:buNone/>
              <a:defRPr kumimoji="0" lang="el-GR" sz="900"/>
            </a:lvl7pPr>
            <a:lvl8pPr marL="3200400" indent="0" eaLnBrk="1" latinLnBrk="0" hangingPunct="1">
              <a:buNone/>
              <a:defRPr kumimoji="0" lang="el-GR" sz="900"/>
            </a:lvl8pPr>
            <a:lvl9pPr marL="3657600" indent="0" eaLnBrk="1" latinLnBrk="0" hangingPunct="1">
              <a:buNone/>
              <a:defRPr kumimoji="0" lang="el-GR" sz="900"/>
            </a:lvl9pPr>
          </a:lstStyle>
          <a:p>
            <a:pPr lvl="0" eaLnBrk="1" latinLnBrk="0" hangingPunct="1"/>
            <a:r>
              <a:rPr lang="el-GR" smtClean="0"/>
              <a:t>Στυλ υποδείγματος κειμένου</a:t>
            </a:r>
          </a:p>
        </p:txBody>
      </p:sp>
      <p:sp>
        <p:nvSpPr>
          <p:cNvPr id="5" name="Date Placeholder 4"/>
          <p:cNvSpPr>
            <a:spLocks noGrp="1"/>
          </p:cNvSpPr>
          <p:nvPr>
            <p:ph type="dt" sz="half" idx="10"/>
          </p:nvPr>
        </p:nvSpPr>
        <p:spPr/>
        <p:txBody>
          <a:bodyPr/>
          <a:lstStyle/>
          <a:p>
            <a:fld id="{757B281C-5159-4971-8228-52B9A72E9ED2}" type="datetimeFigureOut">
              <a:pPr/>
              <a:t>9/1/2025</a:t>
            </a:fld>
            <a:endParaRPr kumimoji="0" lang="el-GR"/>
          </a:p>
        </p:txBody>
      </p:sp>
      <p:sp>
        <p:nvSpPr>
          <p:cNvPr id="6" name="Footer Placeholder 5"/>
          <p:cNvSpPr>
            <a:spLocks noGrp="1"/>
          </p:cNvSpPr>
          <p:nvPr>
            <p:ph type="ftr" sz="quarter" idx="11"/>
          </p:nvPr>
        </p:nvSpPr>
        <p:spPr/>
        <p:txBody>
          <a:bodyPr/>
          <a:lstStyle/>
          <a:p>
            <a:endParaRPr kumimoji="0" lang="el-GR"/>
          </a:p>
        </p:txBody>
      </p:sp>
      <p:sp>
        <p:nvSpPr>
          <p:cNvPr id="7" name="Slide Number Placeholder 6"/>
          <p:cNvSpPr>
            <a:spLocks noGrp="1"/>
          </p:cNvSpPr>
          <p:nvPr>
            <p:ph type="sldNum" sz="quarter" idx="12"/>
          </p:nvPr>
        </p:nvSpPr>
        <p:spPr/>
        <p:txBody>
          <a:bodyPr/>
          <a:lstStyle/>
          <a:p>
            <a:fld id="{33D6E5A2-EC83-451F-A719-9AC1370DD5CF}" type="slidenum">
              <a:pPr/>
              <a:t>‹#›</a:t>
            </a:fld>
            <a:endParaRPr kumimoji="0" lang="el-GR"/>
          </a:p>
        </p:txBody>
      </p:sp>
    </p:spTree>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latinLnBrk="0" hangingPunct="1"/>
            <a:r>
              <a:rPr lang="el-GR" smtClean="0"/>
              <a:t>Στυλ κύριου τίτλου</a:t>
            </a:r>
            <a:endParaRPr/>
          </a:p>
        </p:txBody>
      </p:sp>
      <p:sp>
        <p:nvSpPr>
          <p:cNvPr id="3" name="Vertical Text Placeholder 2"/>
          <p:cNvSpPr>
            <a:spLocks noGrp="1"/>
          </p:cNvSpPr>
          <p:nvPr>
            <p:ph type="body" orient="vert" idx="1"/>
          </p:nvPr>
        </p:nvSpPr>
        <p:spPr/>
        <p:txBody>
          <a:bodyPr vert="eaVert"/>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a:p>
        </p:txBody>
      </p:sp>
      <p:sp>
        <p:nvSpPr>
          <p:cNvPr id="4" name="Date Placeholder 3"/>
          <p:cNvSpPr>
            <a:spLocks noGrp="1"/>
          </p:cNvSpPr>
          <p:nvPr>
            <p:ph type="dt" sz="half" idx="10"/>
          </p:nvPr>
        </p:nvSpPr>
        <p:spPr/>
        <p:txBody>
          <a:bodyPr/>
          <a:lstStyle/>
          <a:p>
            <a:fld id="{757B281C-5159-4971-8228-52B9A72E9ED2}" type="datetimeFigureOut">
              <a:pPr/>
              <a:t>9/1/2025</a:t>
            </a:fld>
            <a:endParaRPr kumimoji="0" lang="el-GR"/>
          </a:p>
        </p:txBody>
      </p:sp>
      <p:sp>
        <p:nvSpPr>
          <p:cNvPr id="5" name="Footer Placeholder 4"/>
          <p:cNvSpPr>
            <a:spLocks noGrp="1"/>
          </p:cNvSpPr>
          <p:nvPr>
            <p:ph type="ftr" sz="quarter" idx="11"/>
          </p:nvPr>
        </p:nvSpPr>
        <p:spPr/>
        <p:txBody>
          <a:bodyPr/>
          <a:lstStyle/>
          <a:p>
            <a:endParaRPr kumimoji="0" lang="el-GR"/>
          </a:p>
        </p:txBody>
      </p:sp>
      <p:sp>
        <p:nvSpPr>
          <p:cNvPr id="6" name="Slide Number Placeholder 5"/>
          <p:cNvSpPr>
            <a:spLocks noGrp="1"/>
          </p:cNvSpPr>
          <p:nvPr>
            <p:ph type="sldNum" sz="quarter" idx="12"/>
          </p:nvPr>
        </p:nvSpPr>
        <p:spPr/>
        <p:txBody>
          <a:bodyPr/>
          <a:lstStyle/>
          <a:p>
            <a:fld id="{33D6E5A2-EC83-451F-A719-9AC1370DD5CF}" type="slidenum">
              <a:pPr/>
              <a:t>‹#›</a:t>
            </a:fld>
            <a:endParaRPr kumimoji="0" lang="el-GR"/>
          </a:p>
        </p:txBody>
      </p:sp>
    </p:spTree>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274638"/>
            <a:ext cx="2057400" cy="5851525"/>
          </a:xfrm>
        </p:spPr>
        <p:txBody>
          <a:bodyPr vert="eaVert"/>
          <a:lstStyle/>
          <a:p>
            <a:pPr eaLnBrk="1" latinLnBrk="0" hangingPunct="1"/>
            <a:r>
              <a:rPr lang="el-GR" smtClean="0"/>
              <a:t>Στυλ κύριου τίτλου</a:t>
            </a:r>
            <a:endParaRPr/>
          </a:p>
        </p:txBody>
      </p:sp>
      <p:sp>
        <p:nvSpPr>
          <p:cNvPr id="3" name="Vertical Text Placeholder 2"/>
          <p:cNvSpPr>
            <a:spLocks noGrp="1"/>
          </p:cNvSpPr>
          <p:nvPr>
            <p:ph type="body" orient="vert" idx="1"/>
          </p:nvPr>
        </p:nvSpPr>
        <p:spPr>
          <a:xfrm>
            <a:off x="762000" y="274638"/>
            <a:ext cx="5867400" cy="5851525"/>
          </a:xfrm>
        </p:spPr>
        <p:txBody>
          <a:bodyPr vert="eaVert"/>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a:p>
        </p:txBody>
      </p:sp>
      <p:sp>
        <p:nvSpPr>
          <p:cNvPr id="4" name="Date Placeholder 3"/>
          <p:cNvSpPr>
            <a:spLocks noGrp="1"/>
          </p:cNvSpPr>
          <p:nvPr>
            <p:ph type="dt" sz="half" idx="10"/>
          </p:nvPr>
        </p:nvSpPr>
        <p:spPr/>
        <p:txBody>
          <a:bodyPr/>
          <a:lstStyle/>
          <a:p>
            <a:fld id="{757B281C-5159-4971-8228-52B9A72E9ED2}" type="datetimeFigureOut">
              <a:pPr/>
              <a:t>9/1/2025</a:t>
            </a:fld>
            <a:endParaRPr kumimoji="0" lang="el-GR"/>
          </a:p>
        </p:txBody>
      </p:sp>
      <p:sp>
        <p:nvSpPr>
          <p:cNvPr id="5" name="Footer Placeholder 4"/>
          <p:cNvSpPr>
            <a:spLocks noGrp="1"/>
          </p:cNvSpPr>
          <p:nvPr>
            <p:ph type="ftr" sz="quarter" idx="11"/>
          </p:nvPr>
        </p:nvSpPr>
        <p:spPr/>
        <p:txBody>
          <a:bodyPr/>
          <a:lstStyle/>
          <a:p>
            <a:endParaRPr kumimoji="0" lang="el-GR"/>
          </a:p>
        </p:txBody>
      </p:sp>
      <p:sp>
        <p:nvSpPr>
          <p:cNvPr id="6" name="Slide Number Placeholder 5"/>
          <p:cNvSpPr>
            <a:spLocks noGrp="1"/>
          </p:cNvSpPr>
          <p:nvPr>
            <p:ph type="sldNum" sz="quarter" idx="12"/>
          </p:nvPr>
        </p:nvSpPr>
        <p:spPr/>
        <p:txBody>
          <a:bodyPr/>
          <a:lstStyle/>
          <a:p>
            <a:fld id="{33D6E5A2-EC83-451F-A719-9AC1370DD5CF}" type="slidenum">
              <a:pPr/>
              <a:t>‹#›</a:t>
            </a:fld>
            <a:endParaRPr kumimoji="0" lang="el-GR"/>
          </a:p>
        </p:txBody>
      </p:sp>
    </p:spTree>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AndTx">
  <p:cSld name="Τίτλος, περιεχόμενο και κείμενο">
    <p:spTree>
      <p:nvGrpSpPr>
        <p:cNvPr id="1" name=""/>
        <p:cNvGrpSpPr/>
        <p:nvPr/>
      </p:nvGrpSpPr>
      <p:grpSpPr>
        <a:xfrm>
          <a:off x="0" y="0"/>
          <a:ext cx="0" cy="0"/>
          <a:chOff x="0" y="0"/>
          <a:chExt cx="0" cy="0"/>
        </a:xfrm>
      </p:grpSpPr>
      <p:sp>
        <p:nvSpPr>
          <p:cNvPr id="2" name="Title 1"/>
          <p:cNvSpPr>
            <a:spLocks noGrp="1"/>
          </p:cNvSpPr>
          <p:nvPr>
            <p:ph type="title"/>
          </p:nvPr>
        </p:nvSpPr>
        <p:spPr>
          <a:xfrm>
            <a:off x="685800" y="355600"/>
            <a:ext cx="8194675" cy="1143000"/>
          </a:xfrm>
        </p:spPr>
        <p:txBody>
          <a:bodyPr/>
          <a:lstStyle/>
          <a:p>
            <a:pPr eaLnBrk="1" latinLnBrk="0" hangingPunct="1"/>
            <a:r>
              <a:rPr lang="el-GR" smtClean="0"/>
              <a:t>Στυλ κύριου τίτλου</a:t>
            </a:r>
            <a:endParaRPr/>
          </a:p>
        </p:txBody>
      </p:sp>
      <p:sp>
        <p:nvSpPr>
          <p:cNvPr id="3" name="Content Placeholder 2"/>
          <p:cNvSpPr>
            <a:spLocks noGrp="1"/>
          </p:cNvSpPr>
          <p:nvPr>
            <p:ph sz="half" idx="1"/>
          </p:nvPr>
        </p:nvSpPr>
        <p:spPr>
          <a:xfrm>
            <a:off x="673100" y="1497013"/>
            <a:ext cx="3975100" cy="4759325"/>
          </a:xfrm>
        </p:spPr>
        <p:txBody>
          <a:bodyPr/>
          <a:lstStyle>
            <a:lvl4pPr eaLnBrk="1" latinLnBrk="0" hangingPunct="1">
              <a:defRPr kumimoji="0" lang="el-GR" baseline="0"/>
            </a:lvl4pPr>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p:txBody>
      </p:sp>
      <p:sp>
        <p:nvSpPr>
          <p:cNvPr id="4" name="Text Placeholder 3"/>
          <p:cNvSpPr>
            <a:spLocks noGrp="1"/>
          </p:cNvSpPr>
          <p:nvPr>
            <p:ph type="body" sz="half" idx="2"/>
          </p:nvPr>
        </p:nvSpPr>
        <p:spPr>
          <a:xfrm>
            <a:off x="4937760" y="1497013"/>
            <a:ext cx="3977640" cy="4759325"/>
          </a:xfrm>
        </p:spPr>
        <p:txBody>
          <a:bodyPr/>
          <a:lstStyle>
            <a:lvl4pPr eaLnBrk="1" latinLnBrk="0" hangingPunct="1">
              <a:defRPr kumimoji="0" lang="el-GR" baseline="0"/>
            </a:lvl4pPr>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p:txBody>
      </p:sp>
      <p:sp>
        <p:nvSpPr>
          <p:cNvPr id="5" name="Date Placeholder 3"/>
          <p:cNvSpPr>
            <a:spLocks noGrp="1"/>
          </p:cNvSpPr>
          <p:nvPr>
            <p:ph type="dt" sz="half" idx="10"/>
          </p:nvPr>
        </p:nvSpPr>
        <p:spPr>
          <a:xfrm>
            <a:off x="762000" y="6356350"/>
            <a:ext cx="2133600" cy="365125"/>
          </a:xfrm>
        </p:spPr>
        <p:txBody>
          <a:bodyPr/>
          <a:lstStyle/>
          <a:p>
            <a:fld id="{757B281C-5159-4971-8228-52B9A72E9ED2}" type="datetimeFigureOut">
              <a:pPr/>
              <a:t>9/1/2025</a:t>
            </a:fld>
            <a:endParaRPr kumimoji="0" lang="el-GR"/>
          </a:p>
        </p:txBody>
      </p:sp>
      <p:sp>
        <p:nvSpPr>
          <p:cNvPr id="6" name="Footer Placeholder 4"/>
          <p:cNvSpPr>
            <a:spLocks noGrp="1"/>
          </p:cNvSpPr>
          <p:nvPr>
            <p:ph type="ftr" sz="quarter" idx="11"/>
          </p:nvPr>
        </p:nvSpPr>
        <p:spPr>
          <a:xfrm>
            <a:off x="3352800" y="6356350"/>
            <a:ext cx="2895600" cy="365125"/>
          </a:xfrm>
        </p:spPr>
        <p:txBody>
          <a:bodyPr/>
          <a:lstStyle/>
          <a:p>
            <a:endParaRPr kumimoji="0" lang="el-GR"/>
          </a:p>
        </p:txBody>
      </p:sp>
      <p:sp>
        <p:nvSpPr>
          <p:cNvPr id="7" name="Slide Number Placeholder 5"/>
          <p:cNvSpPr>
            <a:spLocks noGrp="1"/>
          </p:cNvSpPr>
          <p:nvPr>
            <p:ph type="sldNum" sz="quarter" idx="12"/>
          </p:nvPr>
        </p:nvSpPr>
        <p:spPr>
          <a:xfrm>
            <a:off x="6705600" y="6356350"/>
            <a:ext cx="2133600" cy="365125"/>
          </a:xfrm>
        </p:spPr>
        <p:txBody>
          <a:bodyPr/>
          <a:lstStyle/>
          <a:p>
            <a:fld id="{33D6E5A2-EC83-451F-A719-9AC1370DD5CF}" type="slidenum">
              <a:pPr/>
              <a:t>‹#›</a:t>
            </a:fld>
            <a:endParaRPr kumimoji="0" lang="el-G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latinLnBrk="0" hangingPunct="1"/>
            <a:r>
              <a:rPr lang="el-GR" smtClean="0"/>
              <a:t>Στυλ κύριου τίτλου</a:t>
            </a:r>
            <a:endParaRPr/>
          </a:p>
        </p:txBody>
      </p:sp>
      <p:sp>
        <p:nvSpPr>
          <p:cNvPr id="3" name="Date Placeholder 2"/>
          <p:cNvSpPr>
            <a:spLocks noGrp="1"/>
          </p:cNvSpPr>
          <p:nvPr>
            <p:ph type="dt" sz="half" idx="10"/>
          </p:nvPr>
        </p:nvSpPr>
        <p:spPr/>
        <p:txBody>
          <a:bodyPr/>
          <a:lstStyle/>
          <a:p>
            <a:fld id="{757B281C-5159-4971-8228-52B9A72E9ED2}" type="datetimeFigureOut">
              <a:pPr/>
              <a:t>9/1/2025</a:t>
            </a:fld>
            <a:endParaRPr kumimoji="0" lang="el-GR"/>
          </a:p>
        </p:txBody>
      </p:sp>
      <p:sp>
        <p:nvSpPr>
          <p:cNvPr id="4" name="Footer Placeholder 3"/>
          <p:cNvSpPr>
            <a:spLocks noGrp="1"/>
          </p:cNvSpPr>
          <p:nvPr>
            <p:ph type="ftr" sz="quarter" idx="11"/>
          </p:nvPr>
        </p:nvSpPr>
        <p:spPr/>
        <p:txBody>
          <a:bodyPr/>
          <a:lstStyle/>
          <a:p>
            <a:endParaRPr kumimoji="0" lang="el-GR"/>
          </a:p>
        </p:txBody>
      </p:sp>
      <p:sp>
        <p:nvSpPr>
          <p:cNvPr id="5" name="Slide Number Placeholder 4"/>
          <p:cNvSpPr>
            <a:spLocks noGrp="1"/>
          </p:cNvSpPr>
          <p:nvPr>
            <p:ph type="sldNum" sz="quarter" idx="12"/>
          </p:nvPr>
        </p:nvSpPr>
        <p:spPr/>
        <p:txBody>
          <a:bodyPr/>
          <a:lstStyle/>
          <a:p>
            <a:fld id="{33D6E5A2-EC83-451F-A719-9AC1370DD5CF}" type="slidenum">
              <a:pPr/>
              <a:t>‹#›</a:t>
            </a:fld>
            <a:endParaRPr kumimoji="0" lang="el-GR"/>
          </a:p>
        </p:txBody>
      </p:sp>
    </p:spTree>
  </p:cSld>
  <p:clrMapOvr>
    <a:masterClrMapping/>
  </p:clrMapOvr>
  <p:transition spd="slow">
    <p:wipe dir="d"/>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B281C-5159-4971-8228-52B9A72E9ED2}" type="datetimeFigureOut">
              <a:pPr/>
              <a:t>9/1/2025</a:t>
            </a:fld>
            <a:endParaRPr kumimoji="0" lang="el-GR"/>
          </a:p>
        </p:txBody>
      </p:sp>
      <p:sp>
        <p:nvSpPr>
          <p:cNvPr id="3" name="Footer Placeholder 2"/>
          <p:cNvSpPr>
            <a:spLocks noGrp="1"/>
          </p:cNvSpPr>
          <p:nvPr>
            <p:ph type="ftr" sz="quarter" idx="11"/>
          </p:nvPr>
        </p:nvSpPr>
        <p:spPr/>
        <p:txBody>
          <a:bodyPr/>
          <a:lstStyle/>
          <a:p>
            <a:endParaRPr kumimoji="0" lang="el-GR"/>
          </a:p>
        </p:txBody>
      </p:sp>
      <p:sp>
        <p:nvSpPr>
          <p:cNvPr id="4" name="Slide Number Placeholder 3"/>
          <p:cNvSpPr>
            <a:spLocks noGrp="1"/>
          </p:cNvSpPr>
          <p:nvPr>
            <p:ph type="sldNum" sz="quarter" idx="12"/>
          </p:nvPr>
        </p:nvSpPr>
        <p:spPr/>
        <p:txBody>
          <a:bodyPr/>
          <a:lstStyle/>
          <a:p>
            <a:fld id="{33D6E5A2-EC83-451F-A719-9AC1370DD5CF}" type="slidenum">
              <a:pPr/>
              <a:t>‹#›</a:t>
            </a:fld>
            <a:endParaRPr kumimoji="0" lang="el-GR"/>
          </a:p>
        </p:txBody>
      </p:sp>
    </p:spTree>
  </p:cSld>
  <p:clrMapOvr>
    <a:masterClrMapping/>
  </p:clrMapOvr>
  <p:transition spd="slow">
    <p:wipe dir="d"/>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Μόνο φόντο">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3" name="Date Placeholder 3"/>
          <p:cNvSpPr>
            <a:spLocks noGrp="1"/>
          </p:cNvSpPr>
          <p:nvPr>
            <p:ph type="dt" sz="half" idx="10"/>
          </p:nvPr>
        </p:nvSpPr>
        <p:spPr>
          <a:xfrm>
            <a:off x="762000" y="6356350"/>
            <a:ext cx="2133600" cy="365125"/>
          </a:xfrm>
        </p:spPr>
        <p:txBody>
          <a:bodyPr/>
          <a:lstStyle/>
          <a:p>
            <a:fld id="{757B281C-5159-4971-8228-52B9A72E9ED2}" type="datetimeFigureOut">
              <a:pPr/>
              <a:t>9/1/2025</a:t>
            </a:fld>
            <a:endParaRPr kumimoji="0" lang="el-GR"/>
          </a:p>
        </p:txBody>
      </p:sp>
      <p:sp>
        <p:nvSpPr>
          <p:cNvPr id="4" name="Footer Placeholder 4"/>
          <p:cNvSpPr>
            <a:spLocks noGrp="1"/>
          </p:cNvSpPr>
          <p:nvPr>
            <p:ph type="ftr" sz="quarter" idx="11"/>
          </p:nvPr>
        </p:nvSpPr>
        <p:spPr>
          <a:xfrm>
            <a:off x="3352800" y="6356350"/>
            <a:ext cx="2895600" cy="365125"/>
          </a:xfrm>
        </p:spPr>
        <p:txBody>
          <a:bodyPr/>
          <a:lstStyle/>
          <a:p>
            <a:endParaRPr kumimoji="0" lang="el-GR"/>
          </a:p>
        </p:txBody>
      </p:sp>
      <p:sp>
        <p:nvSpPr>
          <p:cNvPr id="5" name="Slide Number Placeholder 5"/>
          <p:cNvSpPr>
            <a:spLocks noGrp="1"/>
          </p:cNvSpPr>
          <p:nvPr>
            <p:ph type="sldNum" sz="quarter" idx="12"/>
          </p:nvPr>
        </p:nvSpPr>
        <p:spPr>
          <a:xfrm>
            <a:off x="6705600" y="6356350"/>
            <a:ext cx="2133600" cy="365125"/>
          </a:xfrm>
        </p:spPr>
        <p:txBody>
          <a:bodyPr/>
          <a:lstStyle/>
          <a:p>
            <a:fld id="{33D6E5A2-EC83-451F-A719-9AC1370DD5CF}" type="slidenum">
              <a:pPr/>
              <a:t>‹#›</a:t>
            </a:fld>
            <a:endParaRPr kumimoji="0" lang="el-GR"/>
          </a:p>
        </p:txBody>
      </p:sp>
    </p:spTree>
  </p:cSld>
  <p:clrMapOvr>
    <a:masterClrMapping/>
  </p:clrMapOvr>
  <p:transition spd="slow">
    <p:wipe dir="d"/>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2" name="Title Placeholder 1"/>
          <p:cNvSpPr>
            <a:spLocks noGrp="1"/>
          </p:cNvSpPr>
          <p:nvPr>
            <p:ph type="title"/>
          </p:nvPr>
        </p:nvSpPr>
        <p:spPr>
          <a:xfrm>
            <a:off x="762000" y="274638"/>
            <a:ext cx="8077200" cy="1143000"/>
          </a:xfrm>
          <a:prstGeom prst="rect">
            <a:avLst/>
          </a:prstGeom>
        </p:spPr>
        <p:txBody>
          <a:bodyPr vert="horz" lIns="91440" tIns="45720" rIns="91440" bIns="45720" rtlCol="0" anchor="ctr">
            <a:normAutofit/>
          </a:bodyPr>
          <a:lstStyle/>
          <a:p>
            <a:pPr eaLnBrk="1" latinLnBrk="0" hangingPunct="1"/>
            <a:r>
              <a:rPr kumimoji="0" lang="el-GR" smtClean="0"/>
              <a:t>Στυλ κύριου τίτλου</a:t>
            </a:r>
            <a:endParaRPr kumimoji="0" lang="en-US" smtClean="0"/>
          </a:p>
        </p:txBody>
      </p:sp>
      <p:sp>
        <p:nvSpPr>
          <p:cNvPr id="3" name="Text Placeholder 2"/>
          <p:cNvSpPr>
            <a:spLocks noGrp="1"/>
          </p:cNvSpPr>
          <p:nvPr>
            <p:ph type="body" idx="1"/>
          </p:nvPr>
        </p:nvSpPr>
        <p:spPr>
          <a:xfrm>
            <a:off x="762000" y="1600200"/>
            <a:ext cx="8077200" cy="4525963"/>
          </a:xfrm>
          <a:prstGeom prst="rect">
            <a:avLst/>
          </a:prstGeom>
        </p:spPr>
        <p:txBody>
          <a:bodyPr vert="horz" lIns="91440" tIns="45720" rIns="91440" bIns="45720" rtlCol="0">
            <a:normAutofit/>
          </a:bodyPr>
          <a:lstStyle/>
          <a:p>
            <a:pPr lvl="0" eaLnBrk="1" latinLnBrk="0" hangingPunct="1"/>
            <a:r>
              <a:rPr kumimoji="0" lang="el-GR" smtClean="0"/>
              <a:t>Στυλ υποδείγματος κειμένου</a:t>
            </a:r>
          </a:p>
          <a:p>
            <a:pPr lvl="1" eaLnBrk="1" latinLnBrk="0" hangingPunct="1"/>
            <a:r>
              <a:rPr kumimoji="0" lang="el-GR" smtClean="0"/>
              <a:t>Δεύτερου επιπέδου</a:t>
            </a:r>
          </a:p>
          <a:p>
            <a:pPr lvl="2" eaLnBrk="1" latinLnBrk="0" hangingPunct="1"/>
            <a:r>
              <a:rPr kumimoji="0" lang="el-GR" smtClean="0"/>
              <a:t>Τρίτου επιπέδου</a:t>
            </a:r>
          </a:p>
          <a:p>
            <a:pPr lvl="3" eaLnBrk="1" latinLnBrk="0" hangingPunct="1"/>
            <a:r>
              <a:rPr kumimoji="0" lang="el-GR" smtClean="0"/>
              <a:t>Τέταρτου επιπέδου</a:t>
            </a:r>
          </a:p>
          <a:p>
            <a:pPr lvl="4" eaLnBrk="1" latinLnBrk="0" hangingPunct="1"/>
            <a:r>
              <a:rPr kumimoji="0" lang="el-GR" smtClean="0"/>
              <a:t>Πέμπτου επιπέδου</a:t>
            </a:r>
            <a:endParaRPr kumimoji="0" lang="en-US"/>
          </a:p>
        </p:txBody>
      </p:sp>
      <p:sp>
        <p:nvSpPr>
          <p:cNvPr id="4" name="Date Placeholder 3"/>
          <p:cNvSpPr>
            <a:spLocks noGrp="1"/>
          </p:cNvSpPr>
          <p:nvPr>
            <p:ph type="dt" sz="half" idx="2"/>
          </p:nvPr>
        </p:nvSpPr>
        <p:spPr>
          <a:xfrm>
            <a:off x="762000" y="6356350"/>
            <a:ext cx="2133600" cy="365125"/>
          </a:xfrm>
          <a:prstGeom prst="rect">
            <a:avLst/>
          </a:prstGeom>
        </p:spPr>
        <p:txBody>
          <a:bodyPr vert="horz" lIns="91440" tIns="45720" rIns="91440" bIns="45720" rtlCol="0" anchor="ctr"/>
          <a:lstStyle>
            <a:lvl1pPr algn="l" eaLnBrk="1" latinLnBrk="0" hangingPunct="1">
              <a:defRPr kumimoji="0" lang="el-GR" sz="1200">
                <a:solidFill>
                  <a:schemeClr val="tx1">
                    <a:tint val="75000"/>
                  </a:schemeClr>
                </a:solidFill>
              </a:defRPr>
            </a:lvl1pPr>
          </a:lstStyle>
          <a:p>
            <a:fld id="{757B281C-5159-4971-8228-52B9A72E9ED2}" type="datetimeFigureOut">
              <a:pPr/>
              <a:t>9/1/2025</a:t>
            </a:fld>
            <a:endParaRPr kumimoji="0" lang="el-GR"/>
          </a:p>
        </p:txBody>
      </p:sp>
      <p:sp>
        <p:nvSpPr>
          <p:cNvPr id="5" name="Footer Placeholder 4"/>
          <p:cNvSpPr>
            <a:spLocks noGrp="1"/>
          </p:cNvSpPr>
          <p:nvPr>
            <p:ph type="ftr" sz="quarter" idx="3"/>
          </p:nvPr>
        </p:nvSpPr>
        <p:spPr>
          <a:xfrm>
            <a:off x="3352800" y="6356350"/>
            <a:ext cx="2895600" cy="365125"/>
          </a:xfrm>
          <a:prstGeom prst="rect">
            <a:avLst/>
          </a:prstGeom>
        </p:spPr>
        <p:txBody>
          <a:bodyPr vert="horz" lIns="91440" tIns="45720" rIns="91440" bIns="45720" rtlCol="0" anchor="ctr"/>
          <a:lstStyle>
            <a:lvl1pPr algn="ctr" eaLnBrk="1" latinLnBrk="0" hangingPunct="1">
              <a:defRPr kumimoji="0" lang="el-GR" sz="1200">
                <a:solidFill>
                  <a:schemeClr val="tx1">
                    <a:tint val="75000"/>
                  </a:schemeClr>
                </a:solidFill>
              </a:defRPr>
            </a:lvl1pPr>
          </a:lstStyle>
          <a:p>
            <a:endParaRPr kumimoji="0" lang="el-GR"/>
          </a:p>
        </p:txBody>
      </p:sp>
      <p:sp>
        <p:nvSpPr>
          <p:cNvPr id="6" name="Slide Number Placeholder 5"/>
          <p:cNvSpPr>
            <a:spLocks noGrp="1"/>
          </p:cNvSpPr>
          <p:nvPr>
            <p:ph type="sldNum" sz="quarter" idx="4"/>
          </p:nvPr>
        </p:nvSpPr>
        <p:spPr>
          <a:xfrm>
            <a:off x="6705600" y="6356350"/>
            <a:ext cx="2133600" cy="365125"/>
          </a:xfrm>
          <a:prstGeom prst="rect">
            <a:avLst/>
          </a:prstGeom>
        </p:spPr>
        <p:txBody>
          <a:bodyPr vert="horz" lIns="91440" tIns="45720" rIns="91440" bIns="45720" rtlCol="0" anchor="ctr"/>
          <a:lstStyle>
            <a:lvl1pPr algn="r" eaLnBrk="1" latinLnBrk="0" hangingPunct="1">
              <a:defRPr kumimoji="0" lang="el-GR" sz="1200">
                <a:solidFill>
                  <a:schemeClr val="tx1">
                    <a:tint val="75000"/>
                  </a:schemeClr>
                </a:solidFill>
              </a:defRPr>
            </a:lvl1pPr>
          </a:lstStyle>
          <a:p>
            <a:fld id="{33D6E5A2-EC83-451F-A719-9AC1370DD5CF}" type="slidenum">
              <a:pPr/>
              <a:t>‹#›</a:t>
            </a:fld>
            <a:endParaRPr kumimoji="0" lang="el-GR"/>
          </a:p>
        </p:txBody>
      </p:sp>
      <p:pic>
        <p:nvPicPr>
          <p:cNvPr id="8" name="Picture 7"/>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152400" y="-109183"/>
            <a:ext cx="818707" cy="708318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6" r:id="rId6"/>
    <p:sldLayoutId id="2147483657" r:id="rId7"/>
    <p:sldLayoutId id="2147483658" r:id="rId8"/>
    <p:sldLayoutId id="2147483659" r:id="rId9"/>
    <p:sldLayoutId id="2147483662" r:id="rId10"/>
    <p:sldLayoutId id="2147483654" r:id="rId11"/>
    <p:sldLayoutId id="2147483655" r:id="rId12"/>
    <p:sldLayoutId id="2147483663" r:id="rId13"/>
  </p:sldLayoutIdLst>
  <p:transition spd="slow">
    <p:wipe dir="d"/>
  </p:transition>
  <p:timing>
    <p:tnLst>
      <p:par>
        <p:cTn id="1" dur="indefinite" restart="never" nodeType="tmRoot"/>
      </p:par>
    </p:tnLst>
  </p:timing>
  <p:txStyles>
    <p:titleStyle>
      <a:lvl1pPr algn="l" defTabSz="914400" rtl="0" eaLnBrk="1" latinLnBrk="0" hangingPunct="1">
        <a:spcBef>
          <a:spcPct val="0"/>
        </a:spcBef>
        <a:buNone/>
        <a:defRPr kumimoji="0" lang="el-G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0" lang="el-G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0" lang="el-G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0" lang="el-G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0" lang="el-G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0" lang="el-G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0" lang="el-G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0" lang="el-G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0" lang="el-G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0" lang="el-GR" sz="2000" kern="1200">
          <a:solidFill>
            <a:schemeClr val="tx1"/>
          </a:solidFill>
          <a:latin typeface="+mn-lt"/>
          <a:ea typeface="+mn-ea"/>
          <a:cs typeface="+mn-cs"/>
        </a:defRPr>
      </a:lvl9pPr>
    </p:bodyStyle>
    <p:otherStyle>
      <a:defPPr>
        <a:defRPr kumimoji="0" lang="el-GR"/>
      </a:defPPr>
      <a:lvl1pPr marL="0" algn="l" defTabSz="914400" rtl="0" eaLnBrk="1" latinLnBrk="0" hangingPunct="1">
        <a:defRPr kumimoji="0" lang="el-GR" sz="1800" kern="1200">
          <a:solidFill>
            <a:schemeClr val="tx1"/>
          </a:solidFill>
          <a:latin typeface="+mn-lt"/>
          <a:ea typeface="+mn-ea"/>
          <a:cs typeface="+mn-cs"/>
        </a:defRPr>
      </a:lvl1pPr>
      <a:lvl2pPr marL="457200" algn="l" defTabSz="914400" rtl="0" eaLnBrk="1" latinLnBrk="0" hangingPunct="1">
        <a:defRPr kumimoji="0" lang="el-GR" sz="1800" kern="1200">
          <a:solidFill>
            <a:schemeClr val="tx1"/>
          </a:solidFill>
          <a:latin typeface="+mn-lt"/>
          <a:ea typeface="+mn-ea"/>
          <a:cs typeface="+mn-cs"/>
        </a:defRPr>
      </a:lvl2pPr>
      <a:lvl3pPr marL="914400" algn="l" defTabSz="914400" rtl="0" eaLnBrk="1" latinLnBrk="0" hangingPunct="1">
        <a:defRPr kumimoji="0" lang="el-GR" sz="1800" kern="1200">
          <a:solidFill>
            <a:schemeClr val="tx1"/>
          </a:solidFill>
          <a:latin typeface="+mn-lt"/>
          <a:ea typeface="+mn-ea"/>
          <a:cs typeface="+mn-cs"/>
        </a:defRPr>
      </a:lvl3pPr>
      <a:lvl4pPr marL="1371600" algn="l" defTabSz="914400" rtl="0" eaLnBrk="1" latinLnBrk="0" hangingPunct="1">
        <a:defRPr kumimoji="0" lang="el-GR" sz="1800" kern="1200">
          <a:solidFill>
            <a:schemeClr val="tx1"/>
          </a:solidFill>
          <a:latin typeface="+mn-lt"/>
          <a:ea typeface="+mn-ea"/>
          <a:cs typeface="+mn-cs"/>
        </a:defRPr>
      </a:lvl4pPr>
      <a:lvl5pPr marL="1828800" algn="l" defTabSz="914400" rtl="0" eaLnBrk="1" latinLnBrk="0" hangingPunct="1">
        <a:defRPr kumimoji="0" lang="el-GR" sz="1800" kern="1200">
          <a:solidFill>
            <a:schemeClr val="tx1"/>
          </a:solidFill>
          <a:latin typeface="+mn-lt"/>
          <a:ea typeface="+mn-ea"/>
          <a:cs typeface="+mn-cs"/>
        </a:defRPr>
      </a:lvl5pPr>
      <a:lvl6pPr marL="2286000" algn="l" defTabSz="914400" rtl="0" eaLnBrk="1" latinLnBrk="0" hangingPunct="1">
        <a:defRPr kumimoji="0" lang="el-GR" sz="1800" kern="1200">
          <a:solidFill>
            <a:schemeClr val="tx1"/>
          </a:solidFill>
          <a:latin typeface="+mn-lt"/>
          <a:ea typeface="+mn-ea"/>
          <a:cs typeface="+mn-cs"/>
        </a:defRPr>
      </a:lvl6pPr>
      <a:lvl7pPr marL="2743200" algn="l" defTabSz="914400" rtl="0" eaLnBrk="1" latinLnBrk="0" hangingPunct="1">
        <a:defRPr kumimoji="0" lang="el-GR" sz="1800" kern="1200">
          <a:solidFill>
            <a:schemeClr val="tx1"/>
          </a:solidFill>
          <a:latin typeface="+mn-lt"/>
          <a:ea typeface="+mn-ea"/>
          <a:cs typeface="+mn-cs"/>
        </a:defRPr>
      </a:lvl7pPr>
      <a:lvl8pPr marL="3200400" algn="l" defTabSz="914400" rtl="0" eaLnBrk="1" latinLnBrk="0" hangingPunct="1">
        <a:defRPr kumimoji="0" lang="el-GR" sz="1800" kern="1200">
          <a:solidFill>
            <a:schemeClr val="tx1"/>
          </a:solidFill>
          <a:latin typeface="+mn-lt"/>
          <a:ea typeface="+mn-ea"/>
          <a:cs typeface="+mn-cs"/>
        </a:defRPr>
      </a:lvl8pPr>
      <a:lvl9pPr marL="3657600" algn="l" defTabSz="914400" rtl="0" eaLnBrk="1" latinLnBrk="0" hangingPunct="1">
        <a:defRPr kumimoji="0" lang="el-G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notesSlide" Target="../notesSlides/notesSlide2.xml"/><Relationship Id="rId4"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0.jpeg"/><Relationship Id="rId5" Type="http://schemas.openxmlformats.org/officeDocument/2006/relationships/notesSlide" Target="../notesSlides/notesSlide8.xml"/><Relationship Id="rId4"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1.jpeg"/><Relationship Id="rId5" Type="http://schemas.openxmlformats.org/officeDocument/2006/relationships/chart" Target="../charts/char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hyperlink" Target="mailto:Mavis@greatcompany.com" TargetMode="External"/><Relationship Id="rId3" Type="http://schemas.openxmlformats.org/officeDocument/2006/relationships/tags" Target="../tags/tag14.xml"/><Relationship Id="rId7" Type="http://schemas.openxmlformats.org/officeDocument/2006/relationships/hyperlink" Target="mailto:Dee@greatcompany.Com" TargetMode="Externa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hyperlink" Target="mailto:Jim@greatcompany.com" TargetMode="External"/><Relationship Id="rId5" Type="http://schemas.openxmlformats.org/officeDocument/2006/relationships/notesSlide" Target="../notesSlides/notesSlide11.xml"/><Relationship Id="rId4" Type="http://schemas.openxmlformats.org/officeDocument/2006/relationships/slideLayout" Target="../slideLayouts/slideLayout3.xml"/><Relationship Id="rId9" Type="http://schemas.openxmlformats.org/officeDocument/2006/relationships/hyperlink" Target="mailto:Doug@company.com" TargetMode="External"/></Relationships>
</file>

<file path=ppt/slides/_rels/slide12.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notesSlide" Target="../notesSlides/notesSlide12.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slideLayout" Target="../slideLayouts/slideLayout11.xml"/><Relationship Id="rId5" Type="http://schemas.openxmlformats.org/officeDocument/2006/relationships/tags" Target="../tags/tag19.xml"/><Relationship Id="rId10" Type="http://schemas.openxmlformats.org/officeDocument/2006/relationships/tags" Target="../tags/tag24.xml"/><Relationship Id="rId4" Type="http://schemas.openxmlformats.org/officeDocument/2006/relationships/tags" Target="../tags/tag18.xml"/><Relationship Id="rId9" Type="http://schemas.openxmlformats.org/officeDocument/2006/relationships/tags" Target="../tags/tag23.xml"/></Relationships>
</file>

<file path=ppt/slides/_rels/slide13.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2.jpeg"/><Relationship Id="rId5" Type="http://schemas.openxmlformats.org/officeDocument/2006/relationships/notesSlide" Target="../notesSlides/notesSlide13.xml"/><Relationship Id="rId4"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13.jpeg"/><Relationship Id="rId5" Type="http://schemas.openxmlformats.org/officeDocument/2006/relationships/notesSlide" Target="../notesSlides/notesSlide14.xml"/><Relationship Id="rId4"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3.jpeg"/><Relationship Id="rId5" Type="http://schemas.openxmlformats.org/officeDocument/2006/relationships/notesSlide" Target="../notesSlides/notesSlide15.xml"/><Relationship Id="rId4"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notesSlide" Target="../notesSlides/notesSlide16.xml"/><Relationship Id="rId4"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notesSlide" Target="../notesSlides/notesSlide17.xml"/><Relationship Id="rId4"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p:txBody>
          <a:bodyPr/>
          <a:lstStyle/>
          <a:p>
            <a:r>
              <a:rPr lang="el-GR" dirty="0"/>
              <a:t>Εκπαίδευση νέων υπαλλήλων</a:t>
            </a:r>
          </a:p>
        </p:txBody>
      </p:sp>
      <p:sp>
        <p:nvSpPr>
          <p:cNvPr id="3" name="Subtitle 2"/>
          <p:cNvSpPr>
            <a:spLocks noGrp="1"/>
          </p:cNvSpPr>
          <p:nvPr>
            <p:ph type="subTitle" idx="1"/>
            <p:custDataLst>
              <p:tags r:id="rId3"/>
            </p:custDataLst>
          </p:nvPr>
        </p:nvSpPr>
        <p:spPr/>
        <p:txBody>
          <a:bodyPr>
            <a:normAutofit/>
          </a:bodyPr>
          <a:lstStyle/>
          <a:p>
            <a:r>
              <a:rPr lang="el-GR" sz="2400">
                <a:latin typeface="+mn-lt"/>
              </a:rPr>
              <a:t>Όνομα παρουσιαστή</a:t>
            </a:r>
          </a:p>
          <a:p>
            <a:r>
              <a:rPr lang="el-GR" sz="2400">
                <a:latin typeface="+mn-lt"/>
              </a:rPr>
              <a:t>Ημερομηνία παρουσίασης</a:t>
            </a:r>
          </a:p>
        </p:txBody>
      </p:sp>
    </p:spTree>
    <p:custDataLst>
      <p:tags r:id="rId1"/>
    </p:custDataLst>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l-GR" dirty="0"/>
              <a:t>Κατατόπιση νέων υπαλλήλων</a:t>
            </a:r>
          </a:p>
        </p:txBody>
      </p:sp>
      <p:sp>
        <p:nvSpPr>
          <p:cNvPr id="5" name="Content Placeholder 4"/>
          <p:cNvSpPr>
            <a:spLocks noGrp="1"/>
          </p:cNvSpPr>
          <p:nvPr>
            <p:ph idx="1"/>
            <p:custDataLst>
              <p:tags r:id="rId3"/>
            </p:custDataLst>
          </p:nvPr>
        </p:nvSpPr>
        <p:spPr/>
        <p:txBody>
          <a:bodyPr>
            <a:normAutofit/>
          </a:bodyPr>
          <a:lstStyle/>
          <a:p>
            <a:r>
              <a:rPr lang="el-GR" dirty="0"/>
              <a:t>Γνωριμία με τα νέα σας καθήκοντα</a:t>
            </a:r>
          </a:p>
          <a:p>
            <a:r>
              <a:rPr lang="el-GR" dirty="0"/>
              <a:t>Εξοικείωση με το νέο σας περιβάλλον</a:t>
            </a:r>
          </a:p>
          <a:p>
            <a:r>
              <a:rPr lang="el-GR" dirty="0"/>
              <a:t>Συνάντηση με τους νέους συναδέλφους </a:t>
            </a:r>
          </a:p>
        </p:txBody>
      </p:sp>
    </p:spTree>
    <p:custDataLst>
      <p:tags r:id="rId1"/>
    </p:custDataLst>
  </p:cSld>
  <p:clrMapOvr>
    <a:masterClrMapping/>
  </p:clrMapOvr>
  <p:transition spd="slow">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95400" y="2363450"/>
            <a:ext cx="6781800" cy="3808750"/>
          </a:xfrm>
          <a:prstGeom prst="rect">
            <a:avLst/>
          </a:prstGeom>
          <a:noFill/>
        </p:spPr>
        <p:txBody>
          <a:bodyPr wrap="square" rtlCol="0">
            <a:normAutofit/>
          </a:bodyPr>
          <a:lstStyle/>
          <a:p>
            <a:r>
              <a:rPr lang="en-US" sz="7200" dirty="0" smtClean="0"/>
              <a:t>BRUUUH!!🈺🈷🈶🈚🈸🈹🉑🉐㊙㊗🈴🈵🈲</a:t>
            </a:r>
            <a:endParaRPr lang="el-GR" sz="7200" dirty="0"/>
          </a:p>
        </p:txBody>
      </p:sp>
      <p:pic>
        <p:nvPicPr>
          <p:cNvPr id="12" name="Picture 1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91000" y="0"/>
            <a:ext cx="7765662" cy="16476125"/>
          </a:xfrm>
          <a:prstGeom prst="rect">
            <a:avLst/>
          </a:prstGeom>
        </p:spPr>
      </p:pic>
    </p:spTree>
  </p:cSld>
  <p:clrMapOvr>
    <a:masterClrMapping/>
  </p:clrMapOvr>
  <p:transition spd="slow">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276600" y="2087940"/>
            <a:ext cx="5206554" cy="3855660"/>
          </a:xfrm>
          <a:prstGeom prst="rect">
            <a:avLst/>
          </a:prstGeom>
          <a:noFill/>
        </p:spPr>
        <p:txBody>
          <a:bodyPr wrap="square" rtlCol="0">
            <a:normAutofit/>
          </a:bodyPr>
          <a:lstStyle/>
          <a:p>
            <a:r>
              <a:rPr lang="en-US" sz="7200" dirty="0"/>
              <a:t>✝☪🕉☸✡🔯🕎☯☦☢☣</a:t>
            </a:r>
            <a:endParaRPr lang="el-GR" sz="7200" dirty="0"/>
          </a:p>
        </p:txBody>
      </p:sp>
      <p:pic>
        <p:nvPicPr>
          <p:cNvPr id="9" name="Picture 8"/>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53000" y="0"/>
            <a:ext cx="7765662" cy="16476125"/>
          </a:xfrm>
          <a:prstGeom prst="rect">
            <a:avLst/>
          </a:prstGeom>
        </p:spPr>
      </p:pic>
    </p:spTree>
  </p:cSld>
  <p:clrMapOvr>
    <a:masterClrMapping/>
  </p:clrMapOvr>
  <p:transition spd="slow">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276600" y="2087940"/>
            <a:ext cx="5257800" cy="4084260"/>
          </a:xfrm>
          <a:prstGeom prst="rect">
            <a:avLst/>
          </a:prstGeom>
          <a:noFill/>
        </p:spPr>
        <p:txBody>
          <a:bodyPr wrap="square" rtlCol="0">
            <a:normAutofit/>
          </a:bodyPr>
          <a:lstStyle/>
          <a:p>
            <a:r>
              <a:rPr lang="el-GR" sz="7200"/>
              <a:t>Νέοι συνάδελφοι </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963332" y="-6858000"/>
            <a:ext cx="7765662" cy="16476125"/>
          </a:xfrm>
          <a:prstGeom prst="rect">
            <a:avLst/>
          </a:prstGeom>
        </p:spPr>
      </p:pic>
      <p:pic>
        <p:nvPicPr>
          <p:cNvPr id="13" name="Picture 1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20753331" flipH="1">
            <a:off x="-316180" y="3775286"/>
            <a:ext cx="2895600" cy="3390489"/>
          </a:xfrm>
          <a:prstGeom prst="rect">
            <a:avLst/>
          </a:prstGeom>
        </p:spPr>
      </p:pic>
    </p:spTree>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822935" y="2381379"/>
            <a:ext cx="3711465" cy="2800221"/>
          </a:xfrm>
          <a:prstGeom prst="rect">
            <a:avLst/>
          </a:prstGeom>
          <a:noFill/>
        </p:spPr>
        <p:txBody>
          <a:bodyPr wrap="square" rtlCol="0">
            <a:normAutofit/>
          </a:bodyPr>
          <a:lstStyle/>
          <a:p>
            <a:r>
              <a:rPr lang="el-GR" sz="7200"/>
              <a:t>Καλώς ορίσατε</a:t>
            </a:r>
          </a:p>
        </p:txBody>
      </p:sp>
      <p:pic>
        <p:nvPicPr>
          <p:cNvPr id="3" name="Picture 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29862" y="1514197"/>
            <a:ext cx="3042138" cy="305780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8" name="Picture 7"/>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20753331" flipH="1">
            <a:off x="108261" y="-3142205"/>
            <a:ext cx="2895600" cy="6861081"/>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nvGraphicFramePr>
        <p:xfrm>
          <a:off x="1828800" y="17526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841248" y="301752"/>
            <a:ext cx="8077200" cy="1143000"/>
          </a:xfrm>
        </p:spPr>
        <p:txBody>
          <a:bodyPr/>
          <a:lstStyle/>
          <a:p>
            <a:r>
              <a:rPr lang="el-GR"/>
              <a:t>Σημερινή επισκόπηση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graphicEl>
                                              <a:dgm id="{7E429971-BC57-430F-BB25-C0574E5E39E3}"/>
                                            </p:graphicEl>
                                          </p:spTgt>
                                        </p:tgtEl>
                                        <p:attrNameLst>
                                          <p:attrName>style.visibility</p:attrName>
                                        </p:attrNameLst>
                                      </p:cBhvr>
                                      <p:to>
                                        <p:strVal val="visible"/>
                                      </p:to>
                                    </p:set>
                                    <p:animEffect transition="in" filter="wipe(left)">
                                      <p:cBhvr>
                                        <p:cTn id="7" dur="500"/>
                                        <p:tgtEl>
                                          <p:spTgt spid="3">
                                            <p:graphicEl>
                                              <a:dgm id="{7E429971-BC57-430F-BB25-C0574E5E39E3}"/>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graphicEl>
                                              <a:dgm id="{D54B1729-BC98-42C1-9C6C-D65DCBA4358F}"/>
                                            </p:graphicEl>
                                          </p:spTgt>
                                        </p:tgtEl>
                                        <p:attrNameLst>
                                          <p:attrName>style.visibility</p:attrName>
                                        </p:attrNameLst>
                                      </p:cBhvr>
                                      <p:to>
                                        <p:strVal val="visible"/>
                                      </p:to>
                                    </p:set>
                                    <p:animEffect transition="in" filter="wipe(left)">
                                      <p:cBhvr>
                                        <p:cTn id="11" dur="500"/>
                                        <p:tgtEl>
                                          <p:spTgt spid="3">
                                            <p:graphicEl>
                                              <a:dgm id="{D54B1729-BC98-42C1-9C6C-D65DCBA4358F}"/>
                                            </p:graphic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graphicEl>
                                              <a:dgm id="{C04276DC-EE64-470A-B8BC-09067B8045FA}"/>
                                            </p:graphicEl>
                                          </p:spTgt>
                                        </p:tgtEl>
                                        <p:attrNameLst>
                                          <p:attrName>style.visibility</p:attrName>
                                        </p:attrNameLst>
                                      </p:cBhvr>
                                      <p:to>
                                        <p:strVal val="visible"/>
                                      </p:to>
                                    </p:set>
                                    <p:animEffect transition="in" filter="wipe(left)">
                                      <p:cBhvr>
                                        <p:cTn id="15" dur="500"/>
                                        <p:tgtEl>
                                          <p:spTgt spid="3">
                                            <p:graphicEl>
                                              <a:dgm id="{C04276DC-EE64-470A-B8BC-09067B8045FA}"/>
                                            </p:graphic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graphicEl>
                                              <a:dgm id="{B37A5355-225B-4C6F-AED7-6C620F99EECC}"/>
                                            </p:graphicEl>
                                          </p:spTgt>
                                        </p:tgtEl>
                                        <p:attrNameLst>
                                          <p:attrName>style.visibility</p:attrName>
                                        </p:attrNameLst>
                                      </p:cBhvr>
                                      <p:to>
                                        <p:strVal val="visible"/>
                                      </p:to>
                                    </p:set>
                                    <p:animEffect transition="in" filter="wipe(left)">
                                      <p:cBhvr>
                                        <p:cTn id="19" dur="500"/>
                                        <p:tgtEl>
                                          <p:spTgt spid="3">
                                            <p:graphicEl>
                                              <a:dgm id="{B37A5355-225B-4C6F-AED7-6C620F99EECC}"/>
                                            </p:graphic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graphicEl>
                                              <a:dgm id="{F5034101-5B7D-4FE7-B47A-5A48CF39606B}"/>
                                            </p:graphicEl>
                                          </p:spTgt>
                                        </p:tgtEl>
                                        <p:attrNameLst>
                                          <p:attrName>style.visibility</p:attrName>
                                        </p:attrNameLst>
                                      </p:cBhvr>
                                      <p:to>
                                        <p:strVal val="visible"/>
                                      </p:to>
                                    </p:set>
                                    <p:animEffect transition="in" filter="wipe(left)">
                                      <p:cBhvr>
                                        <p:cTn id="23" dur="500"/>
                                        <p:tgtEl>
                                          <p:spTgt spid="3">
                                            <p:graphicEl>
                                              <a:dgm id="{F5034101-5B7D-4FE7-B47A-5A48CF39606B}"/>
                                            </p:graphic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graphicEl>
                                              <a:dgm id="{C7C3E6FD-D83F-4BDA-907E-B5EE041DA931}"/>
                                            </p:graphicEl>
                                          </p:spTgt>
                                        </p:tgtEl>
                                        <p:attrNameLst>
                                          <p:attrName>style.visibility</p:attrName>
                                        </p:attrNameLst>
                                      </p:cBhvr>
                                      <p:to>
                                        <p:strVal val="visible"/>
                                      </p:to>
                                    </p:set>
                                    <p:animEffect transition="in" filter="wipe(left)">
                                      <p:cBhvr>
                                        <p:cTn id="27" dur="500"/>
                                        <p:tgtEl>
                                          <p:spTgt spid="3">
                                            <p:graphicEl>
                                              <a:dgm id="{C7C3E6FD-D83F-4BDA-907E-B5EE041DA93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306168"/>
            <a:ext cx="8077200" cy="1143000"/>
          </a:xfrm>
        </p:spPr>
        <p:txBody>
          <a:bodyPr/>
          <a:lstStyle/>
          <a:p>
            <a:r>
              <a:rPr lang="el-GR"/>
              <a:t>Στόχοι εκμάθησης</a:t>
            </a:r>
          </a:p>
        </p:txBody>
      </p:sp>
      <p:sp>
        <p:nvSpPr>
          <p:cNvPr id="3" name="Content Placeholder 2"/>
          <p:cNvSpPr>
            <a:spLocks noGrp="1"/>
          </p:cNvSpPr>
          <p:nvPr>
            <p:ph sz="half" idx="1"/>
            <p:custDataLst>
              <p:tags r:id="rId3"/>
            </p:custDataLst>
          </p:nvPr>
        </p:nvSpPr>
        <p:spPr>
          <a:xfrm>
            <a:off x="838200" y="1524000"/>
            <a:ext cx="3733800" cy="4525963"/>
          </a:xfrm>
        </p:spPr>
        <p:txBody>
          <a:bodyPr>
            <a:normAutofit/>
          </a:bodyPr>
          <a:lstStyle/>
          <a:p>
            <a:r>
              <a:rPr lang="el-GR" sz="3200"/>
              <a:t>Τεχνολογία </a:t>
            </a:r>
          </a:p>
          <a:p>
            <a:r>
              <a:rPr lang="el-GR" sz="3200"/>
              <a:t>Διαδικασία</a:t>
            </a:r>
          </a:p>
          <a:p>
            <a:r>
              <a:rPr lang="el-GR" sz="3200"/>
              <a:t>Πολιτικές</a:t>
            </a:r>
          </a:p>
          <a:p>
            <a:r>
              <a:rPr lang="el-GR" sz="3200"/>
              <a:t>Πλεονεκτήματα </a:t>
            </a:r>
            <a:endParaRPr lang="el-GR" sz="3600"/>
          </a:p>
        </p:txBody>
      </p:sp>
      <p:pic>
        <p:nvPicPr>
          <p:cNvPr id="4" name="Picture 3"/>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4724400" y="1676400"/>
            <a:ext cx="3464393" cy="440266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ustDataLst>
      <p:tags r:id="rId1"/>
    </p:custData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 presetClass="path" presetSubtype="0" accel="50000" decel="50000" fill="hold" nodeType="withEffect">
                                  <p:stCondLst>
                                    <p:cond delay="0"/>
                                  </p:stCondLst>
                                  <p:childTnLst>
                                    <p:animMotion origin="layout" path="M 3.61111E-6 -4.07407E-6 C 0.02309 -4.07407E-6 0.04184 0.02477 0.04184 0.05533 C 0.04184 0.08612 0.02309 0.11112 3.61111E-6 0.11112 C -0.02292 0.11112 -0.0415 0.08612 -0.0415 0.05533 C -0.0415 0.02477 -0.02292 -4.07407E-6 3.61111E-6 -4.07407E-6 Z " pathEditMode="relative" rAng="0" ptsTypes="fffff">
                                      <p:cBhvr>
                                        <p:cTn id="9" dur="2000" fill="hold"/>
                                        <p:tgtEl>
                                          <p:spTgt spid="4"/>
                                        </p:tgtEl>
                                        <p:attrNameLst>
                                          <p:attrName>ppt_x</p:attrName>
                                          <p:attrName>ppt_y</p:attrName>
                                        </p:attrNameLst>
                                      </p:cBhvr>
                                      <p:rCtr x="0" y="56"/>
                                    </p:animMotion>
                                  </p:childTnLst>
                                </p:cTn>
                              </p:par>
                              <p:par>
                                <p:cTn id="10" presetID="42" presetClass="entr" presetSubtype="0" fill="hold" grpId="0"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40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90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1000"/>
                                        <p:tgtEl>
                                          <p:spTgt spid="3">
                                            <p:txEl>
                                              <p:pRg st="2" end="2"/>
                                            </p:txEl>
                                          </p:spTgt>
                                        </p:tgtEl>
                                      </p:cBhvr>
                                    </p:animEffect>
                                    <p:anim calcmode="lin" valueType="num">
                                      <p:cBhvr>
                                        <p:cTn id="2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150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anim calcmode="lin" valueType="num">
                                      <p:cBhvr>
                                        <p:cTn id="2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l-GR" sz="5400"/>
              <a:t>Νέα εργασία</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41248" y="152400"/>
            <a:ext cx="5178552" cy="1143000"/>
          </a:xfrm>
        </p:spPr>
        <p:txBody>
          <a:bodyPr/>
          <a:lstStyle/>
          <a:p>
            <a:r>
              <a:rPr lang="el-GR"/>
              <a:t>Νέα Εργασία</a:t>
            </a:r>
          </a:p>
        </p:txBody>
      </p:sp>
      <p:sp>
        <p:nvSpPr>
          <p:cNvPr id="4" name="Content Placeholder 3"/>
          <p:cNvSpPr>
            <a:spLocks noGrp="1"/>
          </p:cNvSpPr>
          <p:nvPr>
            <p:ph idx="1"/>
          </p:nvPr>
        </p:nvSpPr>
        <p:spPr>
          <a:xfrm>
            <a:off x="838200" y="1295400"/>
            <a:ext cx="5257800" cy="1066800"/>
          </a:xfrm>
        </p:spPr>
        <p:txBody>
          <a:bodyPr/>
          <a:lstStyle/>
          <a:p>
            <a:pPr marL="0" indent="0">
              <a:buNone/>
            </a:pPr>
            <a:r>
              <a:rPr lang="el-GR"/>
              <a:t>Η καμπύλη εκμάθησης τεχνολογίας</a:t>
            </a:r>
          </a:p>
        </p:txBody>
      </p:sp>
      <p:graphicFrame>
        <p:nvGraphicFramePr>
          <p:cNvPr id="3" name="Chart 2"/>
          <p:cNvGraphicFramePr/>
          <p:nvPr/>
        </p:nvGraphicFramePr>
        <p:xfrm>
          <a:off x="1050414" y="2333812"/>
          <a:ext cx="4762500" cy="4191000"/>
        </p:xfrm>
        <a:graphic>
          <a:graphicData uri="http://schemas.openxmlformats.org/drawingml/2006/chart">
            <c:chart xmlns:c="http://schemas.openxmlformats.org/drawingml/2006/chart" xmlns:r="http://schemas.openxmlformats.org/officeDocument/2006/relationships" r:id="rId5"/>
          </a:graphicData>
        </a:graphic>
      </p:graphicFrame>
      <p:pic>
        <p:nvPicPr>
          <p:cNvPr id="5" name="Picture 4"/>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6248400" y="0"/>
            <a:ext cx="2997200" cy="6858000"/>
          </a:xfrm>
          <a:prstGeom prst="rect">
            <a:avLst/>
          </a:prstGeom>
        </p:spPr>
      </p:pic>
      <p:sp>
        <p:nvSpPr>
          <p:cNvPr id="6" name="5-Point Star 5"/>
          <p:cNvSpPr/>
          <p:nvPr/>
        </p:nvSpPr>
        <p:spPr>
          <a:xfrm>
            <a:off x="4953000" y="2286000"/>
            <a:ext cx="685800" cy="685800"/>
          </a:xfrm>
          <a:prstGeom prst="star5">
            <a:avLst/>
          </a:prstGeom>
          <a:solidFill>
            <a:schemeClr val="accent6"/>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Tree>
    <p:custDataLst>
      <p:tags r:id="rId1"/>
    </p:custData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l-GR"/>
              <a:t>Ποιος είναι ο καθένας</a:t>
            </a:r>
          </a:p>
        </p:txBody>
      </p:sp>
      <p:graphicFrame>
        <p:nvGraphicFramePr>
          <p:cNvPr id="5" name="Content Placeholder 4"/>
          <p:cNvGraphicFramePr>
            <a:graphicFrameLocks noGrp="1"/>
          </p:cNvGraphicFramePr>
          <p:nvPr>
            <p:ph idx="1"/>
            <p:custDataLst>
              <p:tags r:id="rId3"/>
            </p:custDataLst>
          </p:nvPr>
        </p:nvGraphicFramePr>
        <p:xfrm>
          <a:off x="2041634" y="1838434"/>
          <a:ext cx="5486400" cy="3327400"/>
        </p:xfrm>
        <a:graphic>
          <a:graphicData uri="http://schemas.openxmlformats.org/drawingml/2006/table">
            <a:tbl>
              <a:tblPr firstRow="1" bandRow="1">
                <a:tableStyleId>{5FD0F851-EC5A-4D38-B0AD-8093EC10F338}</a:tableStyleId>
              </a:tblPr>
              <a:tblGrid>
                <a:gridCol w="1866507"/>
                <a:gridCol w="3619893"/>
              </a:tblGrid>
              <a:tr h="665480">
                <a:tc>
                  <a:txBody>
                    <a:bodyPr/>
                    <a:lstStyle/>
                    <a:p>
                      <a:r>
                        <a:rPr lang="el-GR"/>
                        <a:t>Καθοδήγηση</a:t>
                      </a:r>
                    </a:p>
                  </a:txBody>
                  <a:tcPr anchor="b"/>
                </a:tc>
                <a:tc>
                  <a:txBody>
                    <a:bodyPr/>
                    <a:lstStyle/>
                    <a:p>
                      <a:r>
                        <a:rPr lang="el-GR"/>
                        <a:t>Στοιχεία για επικοινωνία</a:t>
                      </a:r>
                    </a:p>
                  </a:txBody>
                  <a:tcPr anchor="b"/>
                </a:tc>
              </a:tr>
              <a:tr h="665480">
                <a:tc>
                  <a:txBody>
                    <a:bodyPr/>
                    <a:lstStyle/>
                    <a:p>
                      <a:r>
                        <a:rPr lang="el-GR"/>
                        <a:t>Jim</a:t>
                      </a:r>
                    </a:p>
                  </a:txBody>
                  <a:tcPr/>
                </a:tc>
                <a:tc>
                  <a:txBody>
                    <a:bodyPr/>
                    <a:lstStyle/>
                    <a:p>
                      <a:r>
                        <a:rPr lang="el-GR">
                          <a:hlinkClick r:id="rId6"/>
                        </a:rPr>
                        <a:t>Jim@company.com</a:t>
                      </a:r>
                      <a:endParaRPr lang="el-GR"/>
                    </a:p>
                  </a:txBody>
                  <a:tcPr/>
                </a:tc>
              </a:tr>
              <a:tr h="665480">
                <a:tc>
                  <a:txBody>
                    <a:bodyPr/>
                    <a:lstStyle/>
                    <a:p>
                      <a:r>
                        <a:rPr lang="el-GR"/>
                        <a:t>Dee</a:t>
                      </a:r>
                    </a:p>
                  </a:txBody>
                  <a:tcPr/>
                </a:tc>
                <a:tc>
                  <a:txBody>
                    <a:bodyPr/>
                    <a:lstStyle/>
                    <a:p>
                      <a:r>
                        <a:rPr lang="el-GR">
                          <a:hlinkClick r:id="rId7"/>
                        </a:rPr>
                        <a:t>Dee@gcompany.com</a:t>
                      </a:r>
                      <a:endParaRPr lang="el-GR"/>
                    </a:p>
                  </a:txBody>
                  <a:tcPr/>
                </a:tc>
              </a:tr>
              <a:tr h="665480">
                <a:tc>
                  <a:txBody>
                    <a:bodyPr/>
                    <a:lstStyle/>
                    <a:p>
                      <a:r>
                        <a:rPr lang="el-GR"/>
                        <a:t>Mavis</a:t>
                      </a:r>
                    </a:p>
                  </a:txBody>
                  <a:tcPr/>
                </a:tc>
                <a:tc>
                  <a:txBody>
                    <a:bodyPr/>
                    <a:lstStyle/>
                    <a:p>
                      <a:r>
                        <a:rPr lang="el-GR">
                          <a:hlinkClick r:id="rId8"/>
                        </a:rPr>
                        <a:t>Mavis</a:t>
                      </a:r>
                      <a:r>
                        <a:rPr lang="el-GR" baseline="0">
                          <a:hlinkClick r:id="rId8"/>
                        </a:rPr>
                        <a:t>@company.com</a:t>
                      </a:r>
                      <a:endParaRPr lang="el-GR"/>
                    </a:p>
                  </a:txBody>
                  <a:tcPr/>
                </a:tc>
              </a:tr>
              <a:tr h="665480">
                <a:tc>
                  <a:txBody>
                    <a:bodyPr/>
                    <a:lstStyle/>
                    <a:p>
                      <a:r>
                        <a:rPr lang="el-GR"/>
                        <a:t>Doug</a:t>
                      </a:r>
                    </a:p>
                  </a:txBody>
                  <a:tcPr/>
                </a:tc>
                <a:tc>
                  <a:txBody>
                    <a:bodyPr/>
                    <a:lstStyle/>
                    <a:p>
                      <a:r>
                        <a:rPr lang="el-GR">
                          <a:hlinkClick r:id="rId9"/>
                        </a:rPr>
                        <a:t>Doug@company.com</a:t>
                      </a:r>
                      <a:r>
                        <a:rPr lang="el-GR"/>
                        <a:t> </a:t>
                      </a:r>
                    </a:p>
                  </a:txBody>
                  <a:tcPr/>
                </a:tc>
              </a:tr>
            </a:tbl>
          </a:graphicData>
        </a:graphic>
      </p:graphicFrame>
    </p:spTree>
    <p:custDataLst>
      <p:tags r:id="rId1"/>
    </p:custDataLst>
  </p:cSld>
  <p:clrMapOvr>
    <a:masterClrMapping/>
  </p:clrMapOvr>
  <p:transition spd="slow">
    <p:wipe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Line 2"/>
          <p:cNvSpPr>
            <a:spLocks noChangeShapeType="1"/>
          </p:cNvSpPr>
          <p:nvPr>
            <p:custDataLst>
              <p:tags r:id="rId2"/>
            </p:custDataLst>
          </p:nvPr>
        </p:nvSpPr>
        <p:spPr bwMode="auto">
          <a:xfrm>
            <a:off x="1249363" y="5799138"/>
            <a:ext cx="7208837" cy="0"/>
          </a:xfrm>
          <a:prstGeom prst="line">
            <a:avLst/>
          </a:prstGeom>
          <a:noFill/>
          <a:ln w="57150">
            <a:solidFill>
              <a:schemeClr val="tx2"/>
            </a:solidFill>
            <a:round/>
            <a:headEnd/>
            <a:tailEnd type="triangle" w="med" len="med"/>
          </a:ln>
          <a:effectLst/>
        </p:spPr>
        <p:txBody>
          <a:bodyPr>
            <a:spAutoFit/>
          </a:bodyPr>
          <a:lstStyle/>
          <a:p>
            <a:pPr>
              <a:defRPr lang="el-GR"/>
            </a:pPr>
            <a:endParaRPr lang="el-GR"/>
          </a:p>
        </p:txBody>
      </p:sp>
      <p:sp>
        <p:nvSpPr>
          <p:cNvPr id="627715" name="Line 3"/>
          <p:cNvSpPr>
            <a:spLocks noChangeShapeType="1"/>
          </p:cNvSpPr>
          <p:nvPr>
            <p:custDataLst>
              <p:tags r:id="rId3"/>
            </p:custDataLst>
          </p:nvPr>
        </p:nvSpPr>
        <p:spPr bwMode="auto">
          <a:xfrm flipH="1" flipV="1">
            <a:off x="1242990" y="1898319"/>
            <a:ext cx="15875" cy="3916363"/>
          </a:xfrm>
          <a:prstGeom prst="line">
            <a:avLst/>
          </a:prstGeom>
          <a:noFill/>
          <a:ln w="57150">
            <a:solidFill>
              <a:schemeClr val="tx2"/>
            </a:solidFill>
            <a:round/>
            <a:headEnd/>
            <a:tailEnd type="triangle" w="med" len="med"/>
          </a:ln>
          <a:effectLst/>
        </p:spPr>
        <p:txBody>
          <a:bodyPr>
            <a:spAutoFit/>
          </a:bodyPr>
          <a:lstStyle/>
          <a:p>
            <a:pPr>
              <a:defRPr lang="el-GR"/>
            </a:pPr>
            <a:endParaRPr lang="el-GR"/>
          </a:p>
        </p:txBody>
      </p:sp>
      <p:sp>
        <p:nvSpPr>
          <p:cNvPr id="22532" name="Text Box 4"/>
          <p:cNvSpPr txBox="1">
            <a:spLocks noChangeArrowheads="1"/>
          </p:cNvSpPr>
          <p:nvPr>
            <p:custDataLst>
              <p:tags r:id="rId4"/>
            </p:custDataLst>
          </p:nvPr>
        </p:nvSpPr>
        <p:spPr bwMode="auto">
          <a:xfrm>
            <a:off x="1447800" y="5862638"/>
            <a:ext cx="6781800" cy="369332"/>
          </a:xfrm>
          <a:prstGeom prst="rect">
            <a:avLst/>
          </a:prstGeom>
          <a:noFill/>
          <a:ln w="3175">
            <a:noFill/>
            <a:miter lim="800000"/>
            <a:headEnd/>
            <a:tailEnd/>
          </a:ln>
        </p:spPr>
        <p:txBody>
          <a:bodyPr wrap="square">
            <a:normAutofit/>
          </a:bodyPr>
          <a:lstStyle/>
          <a:p>
            <a:pPr algn="ctr"/>
            <a:r>
              <a:rPr lang="el-GR"/>
              <a:t>Χρόνος που αναλώθηκε</a:t>
            </a:r>
            <a:endParaRPr lang="el-GR">
              <a:effectLst/>
            </a:endParaRPr>
          </a:p>
        </p:txBody>
      </p:sp>
      <p:sp>
        <p:nvSpPr>
          <p:cNvPr id="22533" name="Text Box 5"/>
          <p:cNvSpPr txBox="1">
            <a:spLocks noChangeArrowheads="1"/>
          </p:cNvSpPr>
          <p:nvPr>
            <p:custDataLst>
              <p:tags r:id="rId5"/>
            </p:custDataLst>
          </p:nvPr>
        </p:nvSpPr>
        <p:spPr bwMode="auto">
          <a:xfrm rot="-5400000">
            <a:off x="-908003" y="3759802"/>
            <a:ext cx="3709340" cy="369332"/>
          </a:xfrm>
          <a:prstGeom prst="rect">
            <a:avLst/>
          </a:prstGeom>
          <a:noFill/>
          <a:ln w="3175">
            <a:noFill/>
            <a:miter lim="800000"/>
            <a:headEnd/>
            <a:tailEnd/>
          </a:ln>
        </p:spPr>
        <p:txBody>
          <a:bodyPr wrap="square">
            <a:normAutofit/>
          </a:bodyPr>
          <a:lstStyle/>
          <a:p>
            <a:pPr algn="ctr"/>
            <a:r>
              <a:rPr lang="el-GR">
                <a:effectLst/>
              </a:rPr>
              <a:t>Έργα όπου έγινε εργασία</a:t>
            </a:r>
          </a:p>
        </p:txBody>
      </p:sp>
      <p:sp>
        <p:nvSpPr>
          <p:cNvPr id="627722" name="AutoShape 10"/>
          <p:cNvSpPr>
            <a:spLocks noChangeArrowheads="1"/>
          </p:cNvSpPr>
          <p:nvPr>
            <p:custDataLst>
              <p:tags r:id="rId6"/>
            </p:custDataLst>
          </p:nvPr>
        </p:nvSpPr>
        <p:spPr bwMode="invGray">
          <a:xfrm>
            <a:off x="1756484" y="4329094"/>
            <a:ext cx="1753651" cy="1222157"/>
          </a:xfrm>
          <a:prstGeom prst="round2DiagRect">
            <a:avLst/>
          </a:prstGeom>
          <a:solidFill>
            <a:schemeClr val="bg1"/>
          </a:solidFill>
          <a:ln w="12700">
            <a:solidFill>
              <a:schemeClr val="tx2"/>
            </a:solidFill>
            <a:round/>
            <a:headEnd/>
            <a:tailEnd/>
          </a:ln>
          <a:effectLst>
            <a:outerShdw blurRad="50800" dist="38100" dir="2700000" algn="tl" rotWithShape="0">
              <a:prstClr val="black">
                <a:alpha val="40000"/>
              </a:prstClr>
            </a:outerShdw>
          </a:effectLst>
        </p:spPr>
        <p:txBody>
          <a:bodyPr wrap="square" lIns="45720" rIns="45720" anchor="ctr">
            <a:noAutofit/>
          </a:bodyPr>
          <a:lstStyle/>
          <a:p>
            <a:pPr algn="ctr">
              <a:defRPr lang="el-GR"/>
            </a:pPr>
            <a:r>
              <a:rPr lang="el-GR" sz="2000">
                <a:latin typeface="Segoe Semibold" pitchFamily="34" charset="0"/>
              </a:rPr>
              <a:t>Εξοικειωθείτε</a:t>
            </a:r>
            <a:endParaRPr lang="el-GR" sz="2000"/>
          </a:p>
        </p:txBody>
      </p:sp>
      <p:sp>
        <p:nvSpPr>
          <p:cNvPr id="627725" name="AutoShape 13"/>
          <p:cNvSpPr>
            <a:spLocks noChangeArrowheads="1"/>
          </p:cNvSpPr>
          <p:nvPr>
            <p:custDataLst>
              <p:tags r:id="rId7"/>
            </p:custDataLst>
          </p:nvPr>
        </p:nvSpPr>
        <p:spPr bwMode="invGray">
          <a:xfrm>
            <a:off x="6335671" y="2089798"/>
            <a:ext cx="1743878" cy="1212785"/>
          </a:xfrm>
          <a:prstGeom prst="round2DiagRect">
            <a:avLst/>
          </a:prstGeom>
          <a:solidFill>
            <a:schemeClr val="bg1"/>
          </a:solidFill>
          <a:ln w="12700">
            <a:solidFill>
              <a:schemeClr val="tx2"/>
            </a:solidFill>
            <a:round/>
            <a:headEnd/>
            <a:tailEnd/>
          </a:ln>
          <a:effectLst>
            <a:outerShdw blurRad="50800" dist="38100" dir="2700000" algn="tl" rotWithShape="0">
              <a:prstClr val="black">
                <a:alpha val="40000"/>
              </a:prstClr>
            </a:outerShdw>
          </a:effectLst>
        </p:spPr>
        <p:txBody>
          <a:bodyPr wrap="square" lIns="45720" rIns="45720" anchor="ctr">
            <a:noAutofit/>
          </a:bodyPr>
          <a:lstStyle/>
          <a:p>
            <a:pPr algn="ctr">
              <a:defRPr lang="el-GR"/>
            </a:pPr>
            <a:r>
              <a:rPr lang="el-GR" sz="2000">
                <a:latin typeface="Segoe Semibold" pitchFamily="34" charset="0"/>
              </a:rPr>
              <a:t>Επίτευξη τελειότητας</a:t>
            </a:r>
            <a:endParaRPr lang="el-GR" sz="2000"/>
          </a:p>
        </p:txBody>
      </p:sp>
      <p:sp>
        <p:nvSpPr>
          <p:cNvPr id="627728" name="Rectangle 16"/>
          <p:cNvSpPr>
            <a:spLocks noGrp="1" noChangeArrowheads="1"/>
          </p:cNvSpPr>
          <p:nvPr>
            <p:ph type="title"/>
            <p:custDataLst>
              <p:tags r:id="rId8"/>
            </p:custDataLst>
          </p:nvPr>
        </p:nvSpPr>
        <p:spPr>
          <a:xfrm>
            <a:off x="841248" y="301752"/>
            <a:ext cx="8077200" cy="1143000"/>
          </a:xfrm>
        </p:spPr>
        <p:txBody>
          <a:bodyPr/>
          <a:lstStyle/>
          <a:p>
            <a:pPr>
              <a:defRPr lang="el-GR"/>
            </a:pPr>
            <a:r>
              <a:rPr lang="el-GR"/>
              <a:t>Με στόχο την τελειότητα</a:t>
            </a:r>
          </a:p>
        </p:txBody>
      </p:sp>
      <p:sp>
        <p:nvSpPr>
          <p:cNvPr id="17" name="AutoShape 10"/>
          <p:cNvSpPr>
            <a:spLocks noChangeArrowheads="1"/>
          </p:cNvSpPr>
          <p:nvPr>
            <p:custDataLst>
              <p:tags r:id="rId9"/>
            </p:custDataLst>
          </p:nvPr>
        </p:nvSpPr>
        <p:spPr bwMode="invGray">
          <a:xfrm>
            <a:off x="4191000" y="3276600"/>
            <a:ext cx="1753651" cy="1222157"/>
          </a:xfrm>
          <a:prstGeom prst="round2DiagRect">
            <a:avLst/>
          </a:prstGeom>
          <a:solidFill>
            <a:schemeClr val="bg1"/>
          </a:solidFill>
          <a:ln w="12700">
            <a:solidFill>
              <a:schemeClr val="tx2"/>
            </a:solidFill>
            <a:round/>
            <a:headEnd/>
            <a:tailEnd/>
          </a:ln>
          <a:effectLst>
            <a:outerShdw blurRad="50800" dist="38100" dir="2700000" algn="tl" rotWithShape="0">
              <a:prstClr val="black">
                <a:alpha val="40000"/>
              </a:prstClr>
            </a:outerShdw>
          </a:effectLst>
        </p:spPr>
        <p:txBody>
          <a:bodyPr wrap="square" lIns="45720" rIns="45720" anchor="ctr">
            <a:noAutofit/>
          </a:bodyPr>
          <a:lstStyle/>
          <a:p>
            <a:pPr algn="ctr">
              <a:defRPr lang="el-GR"/>
            </a:pPr>
            <a:r>
              <a:rPr lang="el-GR" sz="2000">
                <a:latin typeface="Segoe Semibold" pitchFamily="34" charset="0"/>
              </a:rPr>
              <a:t>Αποκτήστε εμπειρία</a:t>
            </a:r>
            <a:endParaRPr lang="el-GR" sz="2000"/>
          </a:p>
        </p:txBody>
      </p:sp>
      <p:sp>
        <p:nvSpPr>
          <p:cNvPr id="11" name="Freeform 15"/>
          <p:cNvSpPr>
            <a:spLocks/>
          </p:cNvSpPr>
          <p:nvPr>
            <p:custDataLst>
              <p:tags r:id="rId10"/>
            </p:custDataLst>
          </p:nvPr>
        </p:nvSpPr>
        <p:spPr bwMode="auto">
          <a:xfrm rot="21240482">
            <a:off x="2519412" y="1676400"/>
            <a:ext cx="3728988" cy="2313711"/>
          </a:xfrm>
          <a:custGeom>
            <a:avLst/>
            <a:gdLst/>
            <a:ahLst/>
            <a:cxnLst>
              <a:cxn ang="0">
                <a:pos x="0" y="1390"/>
              </a:cxn>
              <a:cxn ang="0">
                <a:pos x="1529" y="158"/>
              </a:cxn>
              <a:cxn ang="0">
                <a:pos x="1529" y="0"/>
              </a:cxn>
              <a:cxn ang="0">
                <a:pos x="2030" y="360"/>
              </a:cxn>
              <a:cxn ang="0">
                <a:pos x="1523" y="714"/>
              </a:cxn>
              <a:cxn ang="0">
                <a:pos x="1520" y="543"/>
              </a:cxn>
              <a:cxn ang="0">
                <a:pos x="0" y="1390"/>
              </a:cxn>
            </a:cxnLst>
            <a:rect l="0" t="0" r="r" b="b"/>
            <a:pathLst>
              <a:path w="2030" h="1390">
                <a:moveTo>
                  <a:pt x="0" y="1390"/>
                </a:moveTo>
                <a:cubicBezTo>
                  <a:pt x="131" y="796"/>
                  <a:pt x="676" y="220"/>
                  <a:pt x="1529" y="158"/>
                </a:cubicBezTo>
                <a:lnTo>
                  <a:pt x="1529" y="0"/>
                </a:lnTo>
                <a:lnTo>
                  <a:pt x="2030" y="360"/>
                </a:lnTo>
                <a:lnTo>
                  <a:pt x="1523" y="714"/>
                </a:lnTo>
                <a:lnTo>
                  <a:pt x="1520" y="543"/>
                </a:lnTo>
                <a:cubicBezTo>
                  <a:pt x="803" y="447"/>
                  <a:pt x="109" y="1123"/>
                  <a:pt x="0" y="1390"/>
                </a:cubicBezTo>
                <a:close/>
              </a:path>
            </a:pathLst>
          </a:custGeom>
          <a:gradFill rotWithShape="1">
            <a:gsLst>
              <a:gs pos="0">
                <a:schemeClr val="accent5"/>
              </a:gs>
              <a:gs pos="100000">
                <a:schemeClr val="accent4"/>
              </a:gs>
            </a:gsLst>
            <a:lin ang="18900000" scaled="1"/>
          </a:gradFill>
          <a:ln w="3175" cap="flat" cmpd="sng">
            <a:noFill/>
            <a:prstDash val="solid"/>
            <a:round/>
            <a:headEnd/>
            <a:tailEnd/>
          </a:ln>
          <a:effectLst/>
        </p:spPr>
        <p:txBody>
          <a:bodyPr wrap="none" anchor="ctr">
            <a:noAutofit/>
          </a:bodyPr>
          <a:lstStyle/>
          <a:p>
            <a:pPr>
              <a:defRPr lang="el-GR"/>
            </a:pPr>
            <a:endParaRPr lang="el-GR"/>
          </a:p>
        </p:txBody>
      </p:sp>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p:cNvSpPr>
            <a:spLocks noGrp="1" noChangeArrowheads="1"/>
          </p:cNvSpPr>
          <p:nvPr>
            <p:ph type="title"/>
            <p:custDataLst>
              <p:tags r:id="rId2"/>
            </p:custDataLst>
          </p:nvPr>
        </p:nvSpPr>
        <p:spPr>
          <a:xfrm>
            <a:off x="841249" y="304800"/>
            <a:ext cx="7921752" cy="1143000"/>
          </a:xfrm>
        </p:spPr>
        <p:txBody>
          <a:bodyPr>
            <a:normAutofit fontScale="90000"/>
          </a:bodyPr>
          <a:lstStyle/>
          <a:p>
            <a:pPr>
              <a:defRPr lang="el-GR"/>
            </a:pPr>
            <a:r>
              <a:rPr lang="el-GR"/>
              <a:t>Καταβάλλοντας την καλύτερη δυνατή προσπάθεια</a:t>
            </a:r>
          </a:p>
        </p:txBody>
      </p:sp>
      <p:sp>
        <p:nvSpPr>
          <p:cNvPr id="629763" name="Rectangle 3"/>
          <p:cNvSpPr>
            <a:spLocks noGrp="1" noChangeArrowheads="1"/>
          </p:cNvSpPr>
          <p:nvPr>
            <p:ph type="body" sz="half" idx="2"/>
            <p:custDataLst>
              <p:tags r:id="rId3"/>
            </p:custDataLst>
          </p:nvPr>
        </p:nvSpPr>
        <p:spPr>
          <a:xfrm>
            <a:off x="4800600" y="2098675"/>
            <a:ext cx="4129087" cy="4149725"/>
          </a:xfrm>
        </p:spPr>
        <p:txBody>
          <a:bodyPr>
            <a:normAutofit/>
          </a:bodyPr>
          <a:lstStyle/>
          <a:p>
            <a:r>
              <a:rPr lang="el-GR"/>
              <a:t>Εργασία από το σπίτι</a:t>
            </a:r>
          </a:p>
          <a:p>
            <a:r>
              <a:rPr lang="el-GR"/>
              <a:t>Εργασία εκτός των γραφείου</a:t>
            </a:r>
          </a:p>
          <a:p>
            <a:r>
              <a:rPr lang="el-GR"/>
              <a:t>Απαιτήσεις τεχνολογίας</a:t>
            </a:r>
          </a:p>
        </p:txBody>
      </p:sp>
      <p:pic>
        <p:nvPicPr>
          <p:cNvPr id="4" name="Content Placeholder 3"/>
          <p:cNvPicPr>
            <a:picLocks noGrp="1" noChangeAspect="1"/>
          </p:cNvPicPr>
          <p:nvPr>
            <p:ph sz="half" idx="1"/>
          </p:nvPr>
        </p:nvPicPr>
        <p:blipFill rotWithShape="1">
          <a:blip r:embed="rId6" cstate="email">
            <a:extLst>
              <a:ext uri="{28A0092B-C50C-407E-A947-70E740481C1C}">
                <a14:useLocalDpi xmlns:a14="http://schemas.microsoft.com/office/drawing/2010/main"/>
              </a:ext>
            </a:extLst>
          </a:blip>
          <a:srcRect b="-455"/>
          <a:stretch/>
        </p:blipFill>
        <p:spPr>
          <a:xfrm>
            <a:off x="914399" y="1447800"/>
            <a:ext cx="3657601" cy="4953000"/>
          </a:xfrm>
          <a:prstGeom prst="rect">
            <a:avLst/>
          </a:prstGeom>
          <a:ln>
            <a:noFill/>
          </a:ln>
          <a:effectLst>
            <a:softEdge rad="112500"/>
          </a:effectLst>
        </p:spPr>
      </p:pic>
    </p:spTree>
    <p:custDataLst>
      <p:tags r:id="rId1"/>
    </p:custData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304800"/>
            <a:ext cx="4267200" cy="1143000"/>
          </a:xfrm>
        </p:spPr>
        <p:txBody>
          <a:bodyPr>
            <a:normAutofit fontScale="90000"/>
          </a:bodyPr>
          <a:lstStyle/>
          <a:p>
            <a:r>
              <a:rPr lang="el-GR"/>
              <a:t>Μελέτη περίπτωσης</a:t>
            </a:r>
          </a:p>
        </p:txBody>
      </p:sp>
      <p:sp>
        <p:nvSpPr>
          <p:cNvPr id="3" name="Content Placeholder 2"/>
          <p:cNvSpPr>
            <a:spLocks noGrp="1"/>
          </p:cNvSpPr>
          <p:nvPr>
            <p:ph idx="1"/>
            <p:custDataLst>
              <p:tags r:id="rId3"/>
            </p:custDataLst>
          </p:nvPr>
        </p:nvSpPr>
        <p:spPr>
          <a:xfrm>
            <a:off x="838200" y="1524000"/>
            <a:ext cx="4267200" cy="4297363"/>
          </a:xfrm>
        </p:spPr>
        <p:txBody>
          <a:bodyPr/>
          <a:lstStyle/>
          <a:p>
            <a:r>
              <a:rPr lang="el-GR"/>
              <a:t>Jeremy</a:t>
            </a:r>
          </a:p>
          <a:p>
            <a:pPr lvl="1"/>
            <a:r>
              <a:rPr lang="el-GR"/>
              <a:t>Η πρώτη του μέρα</a:t>
            </a:r>
          </a:p>
          <a:p>
            <a:pPr lvl="1"/>
            <a:r>
              <a:rPr lang="el-GR"/>
              <a:t>Τα λάθη που έκανε</a:t>
            </a:r>
          </a:p>
          <a:p>
            <a:pPr lvl="1"/>
            <a:r>
              <a:rPr lang="el-GR"/>
              <a:t>Οι επιτυχίες του</a:t>
            </a:r>
          </a:p>
          <a:p>
            <a:pPr lvl="1"/>
            <a:r>
              <a:rPr lang="el-GR"/>
              <a:t>Το ηθικό δίδαγμα της ιστορίας</a:t>
            </a:r>
          </a:p>
        </p:txBody>
      </p:sp>
      <p:pic>
        <p:nvPicPr>
          <p:cNvPr id="4" name="Picture 3"/>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5316144" y="0"/>
            <a:ext cx="3827856" cy="6858000"/>
          </a:xfrm>
          <a:prstGeom prst="rect">
            <a:avLst/>
          </a:prstGeom>
        </p:spPr>
      </p:pic>
    </p:spTree>
    <p:custDataLst>
      <p:tags r:id="rId1"/>
    </p:custDataLst>
  </p:cSld>
  <p:clrMapOvr>
    <a:masterClrMapping/>
  </p:clrMapOvr>
  <p:transition spd="slow">
    <p:wipe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838200" y="304800"/>
            <a:ext cx="4267200" cy="1143000"/>
          </a:xfrm>
        </p:spPr>
        <p:txBody>
          <a:bodyPr/>
          <a:lstStyle/>
          <a:p>
            <a:r>
              <a:rPr lang="el-GR"/>
              <a:t>Συζήτηση</a:t>
            </a:r>
          </a:p>
        </p:txBody>
      </p:sp>
      <p:sp>
        <p:nvSpPr>
          <p:cNvPr id="3" name="Content Placeholder 2"/>
          <p:cNvSpPr>
            <a:spLocks noGrp="1"/>
          </p:cNvSpPr>
          <p:nvPr>
            <p:ph idx="1"/>
            <p:custDataLst>
              <p:tags r:id="rId3"/>
            </p:custDataLst>
          </p:nvPr>
        </p:nvSpPr>
        <p:spPr>
          <a:xfrm>
            <a:off x="838200" y="1524000"/>
            <a:ext cx="4191000" cy="4297363"/>
          </a:xfrm>
        </p:spPr>
        <p:txBody>
          <a:bodyPr/>
          <a:lstStyle/>
          <a:p>
            <a:r>
              <a:rPr lang="el-GR"/>
              <a:t>Τι μπορούμε να μάθουμε από τον Jeremy</a:t>
            </a:r>
          </a:p>
          <a:p>
            <a:r>
              <a:rPr lang="el-GR"/>
              <a:t>Βέλτιστες πρακτικές</a:t>
            </a:r>
          </a:p>
          <a:p>
            <a:r>
              <a:rPr lang="el-GR"/>
              <a:t>Συμπεράσματα </a:t>
            </a:r>
          </a:p>
        </p:txBody>
      </p:sp>
      <p:pic>
        <p:nvPicPr>
          <p:cNvPr id="4" name="Picture 3"/>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5316144" y="0"/>
            <a:ext cx="3827856" cy="6858000"/>
          </a:xfrm>
          <a:prstGeom prst="rect">
            <a:avLst/>
          </a:prstGeom>
        </p:spPr>
      </p:pic>
    </p:spTree>
    <p:custDataLst>
      <p:tags r:id="rId1"/>
    </p:custDataLst>
  </p:cSld>
  <p:clrMapOvr>
    <a:masterClrMapping/>
  </p:clrMapOvr>
  <p:transition spd="slow">
    <p:wipe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l-GR"/>
              <a:t>Σύνοψη</a:t>
            </a:r>
          </a:p>
        </p:txBody>
      </p:sp>
      <p:sp>
        <p:nvSpPr>
          <p:cNvPr id="3" name="Content Placeholder 2"/>
          <p:cNvSpPr>
            <a:spLocks noGrp="1"/>
          </p:cNvSpPr>
          <p:nvPr>
            <p:ph idx="1"/>
            <p:custDataLst>
              <p:tags r:id="rId3"/>
            </p:custDataLst>
          </p:nvPr>
        </p:nvSpPr>
        <p:spPr/>
        <p:txBody>
          <a:bodyPr>
            <a:normAutofit/>
          </a:bodyPr>
          <a:lstStyle/>
          <a:p>
            <a:r>
              <a:rPr lang="el-GR"/>
              <a:t>Ορίστε τις προκλήσεις σας</a:t>
            </a:r>
          </a:p>
          <a:p>
            <a:pPr lvl="1"/>
            <a:r>
              <a:rPr lang="el-GR"/>
              <a:t>Τεχνολογικές αλλά και προσωπικές</a:t>
            </a:r>
          </a:p>
          <a:p>
            <a:r>
              <a:rPr lang="el-GR"/>
              <a:t>Ορίστε ρεαλιστικούς στόχους</a:t>
            </a:r>
          </a:p>
          <a:p>
            <a:pPr lvl="1"/>
            <a:r>
              <a:rPr lang="el-GR"/>
              <a:t>Η τελειότητα δεν επιτυγχάνεται αμέσως</a:t>
            </a:r>
          </a:p>
          <a:p>
            <a:r>
              <a:rPr lang="el-GR"/>
              <a:t>Επικεντρωθείτε στο στόχο</a:t>
            </a:r>
          </a:p>
          <a:p>
            <a:pPr lvl="1"/>
            <a:r>
              <a:rPr lang="el-GR"/>
              <a:t>Συμβουλευτικά προγράμματα</a:t>
            </a:r>
          </a:p>
        </p:txBody>
      </p:sp>
    </p:spTree>
    <p:custDataLst>
      <p:tags r:id="rId1"/>
    </p:custData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1000"/>
                                        <p:tgtEl>
                                          <p:spTgt spid="3">
                                            <p:txEl>
                                              <p:pRg st="5" end="5"/>
                                            </p:txEl>
                                          </p:spTgt>
                                        </p:tgtEl>
                                      </p:cBhvr>
                                    </p:animEffect>
                                    <p:anim calcmode="lin" valueType="num">
                                      <p:cBhvr>
                                        <p:cTn id="3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Grp="1" noChangeArrowheads="1"/>
          </p:cNvSpPr>
          <p:nvPr>
            <p:ph type="title"/>
            <p:custDataLst>
              <p:tags r:id="rId2"/>
            </p:custDataLst>
          </p:nvPr>
        </p:nvSpPr>
        <p:spPr/>
        <p:txBody>
          <a:bodyPr/>
          <a:lstStyle/>
          <a:p>
            <a:pPr>
              <a:defRPr lang="el-GR"/>
            </a:pPr>
            <a:r>
              <a:rPr lang="el-GR"/>
              <a:t>Πόροι</a:t>
            </a:r>
          </a:p>
        </p:txBody>
      </p:sp>
      <p:sp>
        <p:nvSpPr>
          <p:cNvPr id="618499" name="Rectangle 3"/>
          <p:cNvSpPr>
            <a:spLocks noGrp="1" noChangeArrowheads="1"/>
          </p:cNvSpPr>
          <p:nvPr>
            <p:ph type="body" idx="1"/>
            <p:custDataLst>
              <p:tags r:id="rId3"/>
            </p:custDataLst>
          </p:nvPr>
        </p:nvSpPr>
        <p:spPr/>
        <p:txBody>
          <a:bodyPr>
            <a:normAutofit fontScale="92500"/>
          </a:bodyPr>
          <a:lstStyle/>
          <a:p>
            <a:pPr>
              <a:defRPr lang="el-GR"/>
            </a:pPr>
            <a:r>
              <a:rPr lang="el-GR" dirty="0"/>
              <a:t>&lt;Κείμενο τοποθεσίας </a:t>
            </a:r>
            <a:r>
              <a:rPr lang="el-GR" dirty="0" err="1"/>
              <a:t>Intranet</a:t>
            </a:r>
            <a:r>
              <a:rPr lang="el-GR" dirty="0"/>
              <a:t> εδώ&gt;</a:t>
            </a:r>
            <a:r>
              <a:rPr dirty="0"/>
              <a:t/>
            </a:r>
            <a:br>
              <a:rPr dirty="0"/>
            </a:br>
            <a:r>
              <a:rPr lang="el-GR" u="sng" dirty="0">
                <a:solidFill>
                  <a:schemeClr val="tx2"/>
                </a:solidFill>
              </a:rPr>
              <a:t>&lt;υπερ-σύνδεση εδώ&gt;</a:t>
            </a:r>
            <a:endParaRPr lang="el-GR" u="sng" dirty="0"/>
          </a:p>
          <a:p>
            <a:pPr>
              <a:defRPr lang="el-GR"/>
            </a:pPr>
            <a:endParaRPr lang="el-GR" dirty="0"/>
          </a:p>
          <a:p>
            <a:pPr>
              <a:defRPr lang="el-GR"/>
            </a:pPr>
            <a:r>
              <a:rPr lang="el-GR" dirty="0"/>
              <a:t>&lt;Κείμενο επιπλέον υλικού ανάγνωσης εδώ &gt;</a:t>
            </a:r>
            <a:r>
              <a:rPr dirty="0"/>
              <a:t/>
            </a:r>
            <a:br>
              <a:rPr dirty="0"/>
            </a:br>
            <a:r>
              <a:rPr lang="el-GR" u="sng" dirty="0">
                <a:solidFill>
                  <a:schemeClr val="tx2"/>
                </a:solidFill>
              </a:rPr>
              <a:t>&lt;υπερ-σύνδεση εδώ&gt;</a:t>
            </a:r>
            <a:endParaRPr lang="el-GR" dirty="0"/>
          </a:p>
          <a:p>
            <a:pPr>
              <a:buFontTx/>
              <a:buNone/>
              <a:defRPr lang="el-GR"/>
            </a:pPr>
            <a:endParaRPr lang="el-GR" dirty="0"/>
          </a:p>
          <a:p>
            <a:pPr>
              <a:defRPr lang="el-GR"/>
            </a:pPr>
            <a:r>
              <a:rPr lang="el-GR" dirty="0"/>
              <a:t>Αυτή η ομάδα διαφανειών και οι σχετικοί πόροι:</a:t>
            </a:r>
            <a:r>
              <a:rPr dirty="0"/>
              <a:t/>
            </a:r>
            <a:br>
              <a:rPr dirty="0"/>
            </a:br>
            <a:r>
              <a:rPr lang="el-GR" u="sng" dirty="0">
                <a:solidFill>
                  <a:schemeClr val="tx2"/>
                </a:solidFill>
              </a:rPr>
              <a:t>&lt;υπερ-σύνδεση εδώ&gt;</a:t>
            </a:r>
          </a:p>
        </p:txBody>
      </p:sp>
    </p:spTree>
    <p:custDataLst>
      <p:tags r:id="rId1"/>
    </p:custData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custDataLst>
              <p:tags r:id="rId2"/>
            </p:custDataLst>
          </p:nvPr>
        </p:nvSpPr>
        <p:spPr/>
        <p:txBody>
          <a:bodyPr>
            <a:normAutofit/>
          </a:bodyPr>
          <a:lstStyle/>
          <a:p>
            <a:pPr>
              <a:defRPr lang="el-GR"/>
            </a:pPr>
            <a:r>
              <a:rPr lang="el-GR"/>
              <a:t>Ερωτήσεις;</a:t>
            </a:r>
          </a:p>
        </p:txBody>
      </p:sp>
    </p:spTree>
    <p:custDataLst>
      <p:tags r:id="rId1"/>
    </p:custData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custDataLst>
              <p:tags r:id="rId2"/>
            </p:custDataLst>
          </p:nvPr>
        </p:nvSpPr>
        <p:spPr/>
        <p:txBody>
          <a:bodyPr/>
          <a:lstStyle/>
          <a:p>
            <a:pPr>
              <a:defRPr lang="el-GR"/>
            </a:pPr>
            <a:r>
              <a:rPr lang="el-GR"/>
              <a:t>Παράρτημα</a:t>
            </a:r>
          </a:p>
        </p:txBody>
      </p:sp>
    </p:spTree>
    <p:custDataLst>
      <p:tags r:id="rId1"/>
    </p:custDataLst>
  </p:cSld>
  <p:clrMapOvr>
    <a:masterClrMapping/>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VSECTIONID" val="yI2DOt6RzRcU51QxdhNewL"/>
</p:tagLst>
</file>

<file path=ppt/tags/tag2.xml><?xml version="1.0" encoding="utf-8"?>
<p:tagLst xmlns:a="http://schemas.openxmlformats.org/drawingml/2006/main" xmlns:r="http://schemas.openxmlformats.org/officeDocument/2006/relationships" xmlns:p="http://schemas.openxmlformats.org/presentationml/2006/main">
  <p:tag name="DVSHAPEID" val="HAGzTPKJNXuuOK4v20iPS7"/>
</p:tagLst>
</file>

<file path=ppt/tags/tag3.xml><?xml version="1.0" encoding="utf-8"?>
<p:tagLst xmlns:a="http://schemas.openxmlformats.org/drawingml/2006/main" xmlns:r="http://schemas.openxmlformats.org/officeDocument/2006/relationships" xmlns:p="http://schemas.openxmlformats.org/presentationml/2006/main">
  <p:tag name="DVSHAPEID" val="0uhWvCQomImT50qU5y4Znw"/>
</p:tagLst>
</file>

<file path=ppt/tags/tag4.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5.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6.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7.xml><?xml version="1.0" encoding="utf-8"?>
<p:tagLst xmlns:a="http://schemas.openxmlformats.org/drawingml/2006/main" xmlns:r="http://schemas.openxmlformats.org/officeDocument/2006/relationships" xmlns:p="http://schemas.openxmlformats.org/presentationml/2006/main">
  <p:tag name="DVSECTIONID" val="gLLkbNYfJYmMS8cGCr6Zqx"/>
</p:tagLst>
</file>

<file path=ppt/tags/tag8.xml><?xml version="1.0" encoding="utf-8"?>
<p:tagLst xmlns:a="http://schemas.openxmlformats.org/drawingml/2006/main" xmlns:r="http://schemas.openxmlformats.org/officeDocument/2006/relationships" xmlns:p="http://schemas.openxmlformats.org/presentationml/2006/main">
  <p:tag name="DVSHAPEID" val="zvrdC8eV6YWWfpMhsRT8jq"/>
</p:tagLst>
</file>

<file path=ppt/tags/tag9.xml><?xml version="1.0" encoding="utf-8"?>
<p:tagLst xmlns:a="http://schemas.openxmlformats.org/drawingml/2006/main" xmlns:r="http://schemas.openxmlformats.org/officeDocument/2006/relationships" xmlns:p="http://schemas.openxmlformats.org/presentationml/2006/main">
  <p:tag name="DVSHAPEID" val="Q5rpkfSAY2XQl9CRvNvPMK"/>
</p:tagLst>
</file>

<file path=ppt/tags/tag10.xml><?xml version="1.0" encoding="utf-8"?>
<p:tagLst xmlns:a="http://schemas.openxmlformats.org/drawingml/2006/main" xmlns:r="http://schemas.openxmlformats.org/officeDocument/2006/relationships" xmlns:p="http://schemas.openxmlformats.org/presentationml/2006/main">
  <p:tag name="DVSECTIONID" val="FpChuQ9mrn7ncHkUb4wJDg"/>
</p:tagLst>
</file>

<file path=ppt/tags/tag11.xml><?xml version="1.0" encoding="utf-8"?>
<p:tagLst xmlns:a="http://schemas.openxmlformats.org/drawingml/2006/main" xmlns:r="http://schemas.openxmlformats.org/officeDocument/2006/relationships" xmlns:p="http://schemas.openxmlformats.org/presentationml/2006/main">
  <p:tag name="DVSHAPEID" val="gLAHFkz1Wny4DLE3ZEH9AS"/>
</p:tagLst>
</file>

<file path=ppt/tags/tag12.xml><?xml version="1.0" encoding="utf-8"?>
<p:tagLst xmlns:a="http://schemas.openxmlformats.org/drawingml/2006/main" xmlns:r="http://schemas.openxmlformats.org/officeDocument/2006/relationships" xmlns:p="http://schemas.openxmlformats.org/presentationml/2006/main">
  <p:tag name="DVSECTIONID" val="FpChuQ9mrn7ncHkUb4wJDg"/>
</p:tagLst>
</file>

<file path=ppt/tags/tag13.xml><?xml version="1.0" encoding="utf-8"?>
<p:tagLst xmlns:a="http://schemas.openxmlformats.org/drawingml/2006/main" xmlns:r="http://schemas.openxmlformats.org/officeDocument/2006/relationships" xmlns:p="http://schemas.openxmlformats.org/presentationml/2006/main">
  <p:tag name="DVSHAPEID" val="gLAHFkz1Wny4DLE3ZEH9AS"/>
</p:tagLst>
</file>

<file path=ppt/tags/tag14.xml><?xml version="1.0" encoding="utf-8"?>
<p:tagLst xmlns:a="http://schemas.openxmlformats.org/drawingml/2006/main" xmlns:r="http://schemas.openxmlformats.org/officeDocument/2006/relationships" xmlns:p="http://schemas.openxmlformats.org/presentationml/2006/main">
  <p:tag name="DVSHAPEID" val="ip2w5yLf7gRoIxhgGANLdN"/>
</p:tagLst>
</file>

<file path=ppt/tags/tag15.xml><?xml version="1.0" encoding="utf-8"?>
<p:tagLst xmlns:a="http://schemas.openxmlformats.org/drawingml/2006/main" xmlns:r="http://schemas.openxmlformats.org/officeDocument/2006/relationships" xmlns:p="http://schemas.openxmlformats.org/presentationml/2006/main">
  <p:tag name="DVSECTIONID" val="7wNinuYvMzfZ5U1vBqhNhA"/>
</p:tagLst>
</file>

<file path=ppt/tags/tag16.xml><?xml version="1.0" encoding="utf-8"?>
<p:tagLst xmlns:a="http://schemas.openxmlformats.org/drawingml/2006/main" xmlns:r="http://schemas.openxmlformats.org/officeDocument/2006/relationships" xmlns:p="http://schemas.openxmlformats.org/presentationml/2006/main">
  <p:tag name="DVSHAPEID" val="397Sh4Wf3q9VkhYZEnvozL"/>
</p:tagLst>
</file>

<file path=ppt/tags/tag17.xml><?xml version="1.0" encoding="utf-8"?>
<p:tagLst xmlns:a="http://schemas.openxmlformats.org/drawingml/2006/main" xmlns:r="http://schemas.openxmlformats.org/officeDocument/2006/relationships" xmlns:p="http://schemas.openxmlformats.org/presentationml/2006/main">
  <p:tag name="DVSHAPEID" val="b7YHL0AN4yxWP6rbpeJiil"/>
</p:tagLst>
</file>

<file path=ppt/tags/tag18.xml><?xml version="1.0" encoding="utf-8"?>
<p:tagLst xmlns:a="http://schemas.openxmlformats.org/drawingml/2006/main" xmlns:r="http://schemas.openxmlformats.org/officeDocument/2006/relationships" xmlns:p="http://schemas.openxmlformats.org/presentationml/2006/main">
  <p:tag name="DVSHAPEID" val="V8QIQoYhKAdhY0TAjVFglB"/>
</p:tagLst>
</file>

<file path=ppt/tags/tag19.xml><?xml version="1.0" encoding="utf-8"?>
<p:tagLst xmlns:a="http://schemas.openxmlformats.org/drawingml/2006/main" xmlns:r="http://schemas.openxmlformats.org/officeDocument/2006/relationships" xmlns:p="http://schemas.openxmlformats.org/presentationml/2006/main">
  <p:tag name="DVSHAPEID" val="onsRxtYgFhsQbQR2acPMNW"/>
</p:tagLst>
</file>

<file path=ppt/tags/tag20.xml><?xml version="1.0" encoding="utf-8"?>
<p:tagLst xmlns:a="http://schemas.openxmlformats.org/drawingml/2006/main" xmlns:r="http://schemas.openxmlformats.org/officeDocument/2006/relationships" xmlns:p="http://schemas.openxmlformats.org/presentationml/2006/main">
  <p:tag name="DVSHAPEID" val="Ix8rhPVNC2ZkJsgYQvjtVW"/>
</p:tagLst>
</file>

<file path=ppt/tags/tag21.xml><?xml version="1.0" encoding="utf-8"?>
<p:tagLst xmlns:a="http://schemas.openxmlformats.org/drawingml/2006/main" xmlns:r="http://schemas.openxmlformats.org/officeDocument/2006/relationships" xmlns:p="http://schemas.openxmlformats.org/presentationml/2006/main">
  <p:tag name="DVSHAPEID" val="O8O3IgLtryNrFUJ6b9lREq"/>
</p:tagLst>
</file>

<file path=ppt/tags/tag22.xml><?xml version="1.0" encoding="utf-8"?>
<p:tagLst xmlns:a="http://schemas.openxmlformats.org/drawingml/2006/main" xmlns:r="http://schemas.openxmlformats.org/officeDocument/2006/relationships" xmlns:p="http://schemas.openxmlformats.org/presentationml/2006/main">
  <p:tag name="DVSHAPEID" val="xiNleKja73hohXWjuz775t"/>
</p:tagLst>
</file>

<file path=ppt/tags/tag23.xml><?xml version="1.0" encoding="utf-8"?>
<p:tagLst xmlns:a="http://schemas.openxmlformats.org/drawingml/2006/main" xmlns:r="http://schemas.openxmlformats.org/officeDocument/2006/relationships" xmlns:p="http://schemas.openxmlformats.org/presentationml/2006/main">
  <p:tag name="DVSHAPEID" val="pSbIsX2HQuOqjOBqXA0jcY"/>
</p:tagLst>
</file>

<file path=ppt/tags/tag24.xml><?xml version="1.0" encoding="utf-8"?>
<p:tagLst xmlns:a="http://schemas.openxmlformats.org/drawingml/2006/main" xmlns:r="http://schemas.openxmlformats.org/officeDocument/2006/relationships" xmlns:p="http://schemas.openxmlformats.org/presentationml/2006/main">
  <p:tag name="DVSHAPEID" val="QQ6pMcljtk1MJ0De6E19Bq"/>
</p:tagLst>
</file>

<file path=ppt/tags/tag25.xml><?xml version="1.0" encoding="utf-8"?>
<p:tagLst xmlns:a="http://schemas.openxmlformats.org/drawingml/2006/main" xmlns:r="http://schemas.openxmlformats.org/officeDocument/2006/relationships" xmlns:p="http://schemas.openxmlformats.org/presentationml/2006/main">
  <p:tag name="DVSECTIONID" val="HsVeI2TwAzQM9S4tQjLvMM"/>
</p:tagLst>
</file>

<file path=ppt/tags/tag26.xml><?xml version="1.0" encoding="utf-8"?>
<p:tagLst xmlns:a="http://schemas.openxmlformats.org/drawingml/2006/main" xmlns:r="http://schemas.openxmlformats.org/officeDocument/2006/relationships" xmlns:p="http://schemas.openxmlformats.org/presentationml/2006/main">
  <p:tag name="DVSHAPEID" val="ulJFhM9s1uk4SUavhm7qdN"/>
</p:tagLst>
</file>

<file path=ppt/tags/tag27.xml><?xml version="1.0" encoding="utf-8"?>
<p:tagLst xmlns:a="http://schemas.openxmlformats.org/drawingml/2006/main" xmlns:r="http://schemas.openxmlformats.org/officeDocument/2006/relationships" xmlns:p="http://schemas.openxmlformats.org/presentationml/2006/main">
  <p:tag name="DVSHAPEID" val="zRE8H4Cw6MhrnQZNFfxntk"/>
</p:tagLst>
</file>

<file path=ppt/tags/tag28.xml><?xml version="1.0" encoding="utf-8"?>
<p:tagLst xmlns:a="http://schemas.openxmlformats.org/drawingml/2006/main" xmlns:r="http://schemas.openxmlformats.org/officeDocument/2006/relationships" xmlns:p="http://schemas.openxmlformats.org/presentationml/2006/main">
  <p:tag name="DVSECTIONID" val="CdIAG7WhWjupCZ4n8F2Kse"/>
</p:tagLst>
</file>

<file path=ppt/tags/tag29.xml><?xml version="1.0" encoding="utf-8"?>
<p:tagLst xmlns:a="http://schemas.openxmlformats.org/drawingml/2006/main" xmlns:r="http://schemas.openxmlformats.org/officeDocument/2006/relationships" xmlns:p="http://schemas.openxmlformats.org/presentationml/2006/main">
  <p:tag name="DVSHAPEID" val="7C7AXHsIfcZM0GIL5sI0jk"/>
</p:tagLst>
</file>

<file path=ppt/tags/tag30.xml><?xml version="1.0" encoding="utf-8"?>
<p:tagLst xmlns:a="http://schemas.openxmlformats.org/drawingml/2006/main" xmlns:r="http://schemas.openxmlformats.org/officeDocument/2006/relationships" xmlns:p="http://schemas.openxmlformats.org/presentationml/2006/main">
  <p:tag name="DVSHAPEID" val="Nt3NLyN5bG9MX84Ywq40Qo"/>
</p:tagLst>
</file>

<file path=ppt/tags/tag31.xml><?xml version="1.0" encoding="utf-8"?>
<p:tagLst xmlns:a="http://schemas.openxmlformats.org/drawingml/2006/main" xmlns:r="http://schemas.openxmlformats.org/officeDocument/2006/relationships" xmlns:p="http://schemas.openxmlformats.org/presentationml/2006/main">
  <p:tag name="DVSECTIONID" val="bORDfvhHahmpDFmvtYCcVK"/>
</p:tagLst>
</file>

<file path=ppt/tags/tag32.xml><?xml version="1.0" encoding="utf-8"?>
<p:tagLst xmlns:a="http://schemas.openxmlformats.org/drawingml/2006/main" xmlns:r="http://schemas.openxmlformats.org/officeDocument/2006/relationships" xmlns:p="http://schemas.openxmlformats.org/presentationml/2006/main">
  <p:tag name="DVSHAPEID" val="yODdiYQyEGY8EmMcNZ3vZT"/>
</p:tagLst>
</file>

<file path=ppt/tags/tag33.xml><?xml version="1.0" encoding="utf-8"?>
<p:tagLst xmlns:a="http://schemas.openxmlformats.org/drawingml/2006/main" xmlns:r="http://schemas.openxmlformats.org/officeDocument/2006/relationships" xmlns:p="http://schemas.openxmlformats.org/presentationml/2006/main">
  <p:tag name="DVSHAPEID" val="Zp3DFAl6DuE5xCL7XTKqog"/>
</p:tagLst>
</file>

<file path=ppt/tags/tag34.xml><?xml version="1.0" encoding="utf-8"?>
<p:tagLst xmlns:a="http://schemas.openxmlformats.org/drawingml/2006/main" xmlns:r="http://schemas.openxmlformats.org/officeDocument/2006/relationships" xmlns:p="http://schemas.openxmlformats.org/presentationml/2006/main">
  <p:tag name="DVSECTIONID" val="Unk8vjtC9q0JAXtyxsX2O5"/>
</p:tagLst>
</file>

<file path=ppt/tags/tag35.xml><?xml version="1.0" encoding="utf-8"?>
<p:tagLst xmlns:a="http://schemas.openxmlformats.org/drawingml/2006/main" xmlns:r="http://schemas.openxmlformats.org/officeDocument/2006/relationships" xmlns:p="http://schemas.openxmlformats.org/presentationml/2006/main">
  <p:tag name="DVSHAPEID" val="Rcuf4iZwLgLEPe9Eifdx3u"/>
</p:tagLst>
</file>

<file path=ppt/tags/tag36.xml><?xml version="1.0" encoding="utf-8"?>
<p:tagLst xmlns:a="http://schemas.openxmlformats.org/drawingml/2006/main" xmlns:r="http://schemas.openxmlformats.org/officeDocument/2006/relationships" xmlns:p="http://schemas.openxmlformats.org/presentationml/2006/main">
  <p:tag name="DVSHAPEID" val="uzParF19LzvJyR9qw266In"/>
</p:tagLst>
</file>

<file path=ppt/tags/tag37.xml><?xml version="1.0" encoding="utf-8"?>
<p:tagLst xmlns:a="http://schemas.openxmlformats.org/drawingml/2006/main" xmlns:r="http://schemas.openxmlformats.org/officeDocument/2006/relationships" xmlns:p="http://schemas.openxmlformats.org/presentationml/2006/main">
  <p:tag name="DVSECTIONID" val="OOKFAmQ6LnTdkKqqzhwoax"/>
</p:tagLst>
</file>

<file path=ppt/tags/tag38.xml><?xml version="1.0" encoding="utf-8"?>
<p:tagLst xmlns:a="http://schemas.openxmlformats.org/drawingml/2006/main" xmlns:r="http://schemas.openxmlformats.org/officeDocument/2006/relationships" xmlns:p="http://schemas.openxmlformats.org/presentationml/2006/main">
  <p:tag name="DVSHAPEID" val="XuPQogmzKvTp1YV9ymQ2ZW"/>
</p:tagLst>
</file>

<file path=ppt/tags/tag39.xml><?xml version="1.0" encoding="utf-8"?>
<p:tagLst xmlns:a="http://schemas.openxmlformats.org/drawingml/2006/main" xmlns:r="http://schemas.openxmlformats.org/officeDocument/2006/relationships" xmlns:p="http://schemas.openxmlformats.org/presentationml/2006/main">
  <p:tag name="DVSHAPEID" val="S8Cm1higbyIl35Abad2Rjv"/>
</p:tagLst>
</file>

<file path=ppt/tags/tag40.xml><?xml version="1.0" encoding="utf-8"?>
<p:tagLst xmlns:a="http://schemas.openxmlformats.org/drawingml/2006/main" xmlns:r="http://schemas.openxmlformats.org/officeDocument/2006/relationships" xmlns:p="http://schemas.openxmlformats.org/presentationml/2006/main">
  <p:tag name="DVSECTIONID" val="ezdaKHeWyBnZyZ2cDqRSoa"/>
</p:tagLst>
</file>

<file path=ppt/tags/tag41.xml><?xml version="1.0" encoding="utf-8"?>
<p:tagLst xmlns:a="http://schemas.openxmlformats.org/drawingml/2006/main" xmlns:r="http://schemas.openxmlformats.org/officeDocument/2006/relationships" xmlns:p="http://schemas.openxmlformats.org/presentationml/2006/main">
  <p:tag name="DVSHAPEID" val="LRMR96J2MVd0CGe2e5htjk"/>
</p:tagLst>
</file>

<file path=ppt/tags/tag42.xml><?xml version="1.0" encoding="utf-8"?>
<p:tagLst xmlns:a="http://schemas.openxmlformats.org/drawingml/2006/main" xmlns:r="http://schemas.openxmlformats.org/officeDocument/2006/relationships" xmlns:p="http://schemas.openxmlformats.org/presentationml/2006/main">
  <p:tag name="DVSECTIONID" val="c48BxRTjzwKhAarpC8SPOi"/>
</p:tagLst>
</file>

<file path=ppt/tags/tag43.xml><?xml version="1.0" encoding="utf-8"?>
<p:tagLst xmlns:a="http://schemas.openxmlformats.org/drawingml/2006/main" xmlns:r="http://schemas.openxmlformats.org/officeDocument/2006/relationships" xmlns:p="http://schemas.openxmlformats.org/presentationml/2006/main">
  <p:tag name="DVSHAPEID" val="GFUQynbDZ7CnnKAa7cx9MM"/>
</p:tagLst>
</file>

<file path=ppt/theme/theme1.xml><?xml version="1.0" encoding="utf-8"?>
<a:theme xmlns:a="http://schemas.openxmlformats.org/drawingml/2006/main" name="Εκπαίδευση">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Training</Template>
  <TotalTime>0</TotalTime>
  <Words>776</Words>
  <Application>Microsoft Office PowerPoint</Application>
  <PresentationFormat>Προβολή στην οθόνη (4:3)</PresentationFormat>
  <Paragraphs>139</Paragraphs>
  <Slides>19</Slides>
  <Notes>19</Notes>
  <HiddenSlides>0</HiddenSlides>
  <MMClips>0</MMClips>
  <ScaleCrop>false</ScaleCrop>
  <HeadingPairs>
    <vt:vector size="4" baseType="variant">
      <vt:variant>
        <vt:lpstr>Θέμα</vt:lpstr>
      </vt:variant>
      <vt:variant>
        <vt:i4>1</vt:i4>
      </vt:variant>
      <vt:variant>
        <vt:lpstr>Τίτλοι διαφανειών</vt:lpstr>
      </vt:variant>
      <vt:variant>
        <vt:i4>19</vt:i4>
      </vt:variant>
    </vt:vector>
  </HeadingPairs>
  <TitlesOfParts>
    <vt:vector size="20" baseType="lpstr">
      <vt:lpstr>Εκπαίδευση</vt:lpstr>
      <vt:lpstr>Εκπαίδευση νέων υπαλλήλων</vt:lpstr>
      <vt:lpstr>Κατατόπιση νέων υπαλλήλων</vt:lpstr>
      <vt:lpstr>Παρουσίαση του PowerPoint</vt:lpstr>
      <vt:lpstr>Παρουσίαση του PowerPoint</vt:lpstr>
      <vt:lpstr>Παρουσίαση του PowerPoint</vt:lpstr>
      <vt:lpstr>Παρουσίαση του PowerPoint</vt:lpstr>
      <vt:lpstr>Σημερινή επισκόπηση </vt:lpstr>
      <vt:lpstr>Στόχοι εκμάθησης</vt:lpstr>
      <vt:lpstr>Νέα εργασία</vt:lpstr>
      <vt:lpstr>Νέα Εργασία</vt:lpstr>
      <vt:lpstr>Ποιος είναι ο καθένας</vt:lpstr>
      <vt:lpstr>Με στόχο την τελειότητα</vt:lpstr>
      <vt:lpstr>Καταβάλλοντας την καλύτερη δυνατή προσπάθεια</vt:lpstr>
      <vt:lpstr>Μελέτη περίπτωσης</vt:lpstr>
      <vt:lpstr>Συζήτηση</vt:lpstr>
      <vt:lpstr>Σύνοψη</vt:lpstr>
      <vt:lpstr>Πόροι</vt:lpstr>
      <vt:lpstr>Ερωτήσεις;</vt:lpstr>
      <vt:lpstr>Παράρτημα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Chifca Ropt Presentation</dc:title>
  <dc:creator/>
  <cp:lastModifiedBy/>
  <cp:revision>1</cp:revision>
  <dcterms:created xsi:type="dcterms:W3CDTF">2025-01-09T14:51:44Z</dcterms:created>
  <dcterms:modified xsi:type="dcterms:W3CDTF">2025-01-09T14:57:46Z</dcterms:modified>
</cp:coreProperties>
</file>